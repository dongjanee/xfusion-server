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5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6.xml" ContentType="application/vnd.openxmlformats-officedocument.theme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theme/theme7.xml" ContentType="application/vnd.openxmlformats-officedocument.theme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theme/theme8.xml" ContentType="application/vnd.openxmlformats-officedocument.theme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53" r:id="rId2"/>
    <p:sldMasterId id="2147483740" r:id="rId3"/>
    <p:sldMasterId id="2147483726" r:id="rId4"/>
    <p:sldMasterId id="2147483712" r:id="rId5"/>
    <p:sldMasterId id="2147483687" r:id="rId6"/>
    <p:sldMasterId id="2147483699" r:id="rId7"/>
    <p:sldMasterId id="2147483674" r:id="rId8"/>
    <p:sldMasterId id="2147483662" r:id="rId9"/>
  </p:sldMasterIdLst>
  <p:notesMasterIdLst>
    <p:notesMasterId r:id="rId29"/>
  </p:notesMasterIdLst>
  <p:sldIdLst>
    <p:sldId id="256" r:id="rId10"/>
    <p:sldId id="261" r:id="rId11"/>
    <p:sldId id="263" r:id="rId12"/>
    <p:sldId id="264" r:id="rId13"/>
    <p:sldId id="265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8" r:id="rId22"/>
    <p:sldId id="279" r:id="rId23"/>
    <p:sldId id="274" r:id="rId24"/>
    <p:sldId id="275" r:id="rId25"/>
    <p:sldId id="276" r:id="rId26"/>
    <p:sldId id="277" r:id="rId27"/>
    <p:sldId id="280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46" autoAdjust="0"/>
    <p:restoredTop sz="91873" autoAdjust="0"/>
  </p:normalViewPr>
  <p:slideViewPr>
    <p:cSldViewPr snapToGrid="0">
      <p:cViewPr varScale="1">
        <p:scale>
          <a:sx n="114" d="100"/>
          <a:sy n="114" d="100"/>
        </p:scale>
        <p:origin x="3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2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presProps" Target="presProps.xml"/><Relationship Id="rId8" Type="http://schemas.openxmlformats.org/officeDocument/2006/relationships/slideMaster" Target="slideMasters/slideMaster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F3202F-FA17-4E59-8F9B-A5AC90C07F83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3D48EC-C2A2-4505-8ABA-85FBFC22D1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708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D48EC-C2A2-4505-8ABA-85FBFC22D10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58307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D48EC-C2A2-4505-8ABA-85FBFC22D1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71552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DB7E5-7E6F-CC43-E70F-8692A218C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BD0A64-FE99-1D20-EAE6-152907E4D5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2F4D07-818E-AA5B-C124-F42883B02F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3D74EC-FBF1-9004-E47E-39B7CFCB7D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D48EC-C2A2-4505-8ABA-85FBFC22D1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5728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EE347-FC1D-D500-F5AB-18E455CF7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E88D18A-D495-FF7C-3854-9CDD6393BA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C1189F-F7C3-9584-F3C9-695072876D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FE6928-5106-61A2-BF70-A830D3408E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D48EC-C2A2-4505-8ABA-85FBFC22D1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52212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B530C-C159-8FCA-C426-6F1A0CA5D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75288D4-9604-A8C6-2268-4708708912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55C551-09CC-28CB-F46C-E27798F2DF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061275-98D3-AD30-AE48-B31FDA9520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D48EC-C2A2-4505-8ABA-85FBFC22D1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27359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8F6BB-0401-33E2-E7AE-EEF72BB07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D280B5C-0FA9-78AD-41DC-92724B23D9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8F059A-F0FC-ED04-0E80-4C0FDA3D02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0761D0-57DC-FF3D-932B-021A6F7E30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D48EC-C2A2-4505-8ABA-85FBFC22D1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87156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D48EC-C2A2-4505-8ABA-85FBFC22D10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09750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D78C3-D76D-E5C9-032D-57A558781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24D2F08-70A2-4853-B538-E7763679DB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A50B025-02F1-9E0C-BDC2-B13FCC7720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975B9B-4E7C-4576-D6DC-385324859C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D48EC-C2A2-4505-8ABA-85FBFC22D10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74339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FF654-FED6-98BE-34C1-8DC43AA25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5FA3871-3726-6D19-671A-992BA0DA88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3CA71A-8D43-88A5-0280-3325CD409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E2CC78-5B14-B173-D0CF-92F9F0BA7B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D48EC-C2A2-4505-8ABA-85FBFC22D10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2600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9195E0-EA4E-D586-DE0F-52F067C0E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7A7E05E-4ADE-4893-FC9E-7071EB45D9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301A6C-D203-D5C9-9656-92D32D0EE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EEBC-FF76-4DF5-8C77-D7133F341D0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A60BC9-3302-07F1-C727-B829F699F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2C1B88-05E8-5A89-C5DB-35BA08A7D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269E4-61E5-4FC2-8B94-08DE0ECBB2E3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6E914A48-7CC4-7FE2-08A6-CE26277F4AF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471" y="621491"/>
            <a:ext cx="763529" cy="222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0BAD1C2-91E7-7255-E73A-C0B201C6ECE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26706" y="6356350"/>
            <a:ext cx="2465294" cy="36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236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09834-AE83-F486-C182-63BB45507B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dirty="0" err="1"/>
              <a:t>asdf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E0C35F-0161-1A60-94EC-5B62D50A1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7D19C3-AF62-4C03-3F7F-5C1C5B467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EEBC-FF76-4DF5-8C77-D7133F341D0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0D12CB-89FE-7431-A5FF-B59A8B498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1961BD-742B-67F4-0CB3-27E3073C0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269E4-61E5-4FC2-8B94-08DE0ECBB2E3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282AA5B3-14F1-10C4-DC84-6540B826B3D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471" y="621491"/>
            <a:ext cx="763529" cy="222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44B0D9C-E60C-B4CA-3DDA-E294BCB0680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26706" y="6356350"/>
            <a:ext cx="2465294" cy="36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825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07AB3D-BA09-91BC-A371-B43C262C5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614A6F6-B7D3-B905-B93A-70E374C52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EEBC-FF76-4DF5-8C77-D7133F341D0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FDE08C7-052C-92B8-FC37-B5C563FAA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125D792-C7E9-7345-4D96-67F22C263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269E4-61E5-4FC2-8B94-08DE0ECBB2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8010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3A3AE1-356A-2B34-3F2F-105C48697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8EB9C2-68C6-749B-1DC6-55BDE6E60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DAEE8A7-17B3-EEC7-7A02-027BA4F18E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C45C728-C15D-1DD3-3701-692C2FD923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44D7381-A84B-2C4C-35A9-FD345E23EF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EF2F5F3-57E5-7C0D-3B64-481C9428F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EEBC-FF76-4DF5-8C77-D7133F341D0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03DA8F5-B9EE-6F44-6DEF-6EE01FAD0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47DF2EE-BDE9-11D9-BDF4-852F45854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269E4-61E5-4FC2-8B94-08DE0ECBB2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5645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BD3558-1F1C-3943-ABE0-5A3C0055F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F33FFFB-C9FD-D985-862C-707A87608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EEBC-FF76-4DF5-8C77-D7133F341D0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595FD7A-5433-FD98-18D6-F4563F1ED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3FE502D-D3B7-A12A-DD46-C058C9551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269E4-61E5-4FC2-8B94-08DE0ECBB2E3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98F26D1-DE45-A30A-9CB9-910A90D6FE1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471" y="621491"/>
            <a:ext cx="763529" cy="222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F7774AD-2026-D850-C054-9D57F363B7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26706" y="6356350"/>
            <a:ext cx="2465294" cy="36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867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CCBD712-7344-421C-CD52-67620F36A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EEBC-FF76-4DF5-8C77-D7133F341D0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70FA48A-3B1D-174F-2BF5-FCA3384DA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E2A00C-D8E1-3675-6532-2F9686FB2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269E4-61E5-4FC2-8B94-08DE0ECBB2E3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6BF1F5E-874F-4BBB-293F-3E5F0CF666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471" y="621491"/>
            <a:ext cx="763529" cy="222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900B6F3-60F1-EF60-D41F-FA079548CBE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26706" y="6356350"/>
            <a:ext cx="2465294" cy="36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29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B49F4E-0631-5F30-871E-40707DFF0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6615DE-387C-E6B7-B83C-9AB3EA096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E8F616-3D65-4871-6FC5-FA32773439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967A4B-86E0-DEDA-EA31-BE94CDE4F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EEBC-FF76-4DF5-8C77-D7133F341D0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1BC6E6-D5A0-D9E7-ADF0-EAFE1B603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B8208B-7A6B-DC89-0AA3-A9EDDC69B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269E4-61E5-4FC2-8B94-08DE0ECBB2E3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DD97C5A9-766B-1B03-2F33-250C2A91107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471" y="621491"/>
            <a:ext cx="763529" cy="222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B09DE6A-188F-4E92-E568-4FF2A309AE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26706" y="6356350"/>
            <a:ext cx="2465294" cy="36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529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158552-E8C6-C7BF-6DF8-B856BC895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BF5A0A0-1099-1AFB-4F59-B98AED7D1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EEBC-FF76-4DF5-8C77-D7133F341D0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41315D0-8DF7-9C31-8C75-C36A05D6F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D9517E5-7595-1CE1-58A1-E4F35680D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269E4-61E5-4FC2-8B94-08DE0ECBB2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5002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C6A24C-D68D-AFAD-FDBD-30A7AD85A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E596220-F405-A628-CACA-6A52534DA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EEBC-FF76-4DF5-8C77-D7133F341D0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71CDD18-DF2D-FD6A-7DA5-8D31DD87B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26AAC5D-F0D6-5C33-22AA-87B8AB635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269E4-61E5-4FC2-8B94-08DE0ECBB2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3404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B49F4E-0631-5F30-871E-40707DFF0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6615DE-387C-E6B7-B83C-9AB3EA096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E8F616-3D65-4871-6FC5-FA32773439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967A4B-86E0-DEDA-EA31-BE94CDE4F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EEBC-FF76-4DF5-8C77-D7133F341D0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1BC6E6-D5A0-D9E7-ADF0-EAFE1B603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B8208B-7A6B-DC89-0AA3-A9EDDC69B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269E4-61E5-4FC2-8B94-08DE0ECBB2E3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DD97C5A9-766B-1B03-2F33-250C2A91107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471" y="621491"/>
            <a:ext cx="763529" cy="222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B09DE6A-188F-4E92-E568-4FF2A309AE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26706" y="6356350"/>
            <a:ext cx="2465294" cy="36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054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_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B49F4E-0631-5F30-871E-40707DFF0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6615DE-387C-E6B7-B83C-9AB3EA096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E8F616-3D65-4871-6FC5-FA32773439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967A4B-86E0-DEDA-EA31-BE94CDE4F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EEBC-FF76-4DF5-8C77-D7133F341D0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1BC6E6-D5A0-D9E7-ADF0-EAFE1B603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B8208B-7A6B-DC89-0AA3-A9EDDC69B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269E4-61E5-4FC2-8B94-08DE0ECBB2E3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DD97C5A9-766B-1B03-2F33-250C2A91107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471" y="621491"/>
            <a:ext cx="763529" cy="222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B09DE6A-188F-4E92-E568-4FF2A309AE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26706" y="6356350"/>
            <a:ext cx="2465294" cy="36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246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_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B49F4E-0631-5F30-871E-40707DFF0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6615DE-387C-E6B7-B83C-9AB3EA096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E8F616-3D65-4871-6FC5-FA32773439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967A4B-86E0-DEDA-EA31-BE94CDE4F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EEBC-FF76-4DF5-8C77-D7133F341D0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1BC6E6-D5A0-D9E7-ADF0-EAFE1B603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B8208B-7A6B-DC89-0AA3-A9EDDC69B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269E4-61E5-4FC2-8B94-08DE0ECBB2E3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DD97C5A9-766B-1B03-2F33-250C2A91107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471" y="621491"/>
            <a:ext cx="763529" cy="222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B09DE6A-188F-4E92-E568-4FF2A309AE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26706" y="6356350"/>
            <a:ext cx="2465294" cy="36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5495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2272B0-DB26-14F3-AE5F-95C398BAB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3BD283B-939F-6CC7-48B4-6657518E1F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80C4DD6-0BEE-1E3E-B836-E093A159DE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0A69E22-2543-2CDE-8CC3-137C392ED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EEBC-FF76-4DF5-8C77-D7133F341D0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8B4D0B-3B8B-DE59-64A2-4103D6E6C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69559F7-5D6A-2823-8A98-1A57816C5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269E4-61E5-4FC2-8B94-08DE0ECBB2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85650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CCFFDA-3002-B935-F7B5-AA0FD0EF1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9FDBD9E-22F9-28C5-A245-BE2D5244F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1851DE-96A0-5159-3D1B-615E86BB2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EEBC-FF76-4DF5-8C77-D7133F341D0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C42B87-2F75-4EE1-1A27-AE3265A7C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865DC9-4A4A-17C6-F0D4-9508E5182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269E4-61E5-4FC2-8B94-08DE0ECBB2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87165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82095B6-C4A2-1D02-54BA-BF78BA124D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660121C-91BE-9C8B-D376-93B8B137F0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210021-0E64-49CA-41C9-808EE10A8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EEBC-FF76-4DF5-8C77-D7133F341D0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580FFC-384F-1AE1-C99E-54D133B52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46EF34-A6F5-F1C5-C54E-537919C57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269E4-61E5-4FC2-8B94-08DE0ECBB2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45485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2272B0-DB26-14F3-AE5F-95C398BAB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3BD283B-939F-6CC7-48B4-6657518E1F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80C4DD6-0BEE-1E3E-B836-E093A159DE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0A69E22-2543-2CDE-8CC3-137C392ED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EEBC-FF76-4DF5-8C77-D7133F341D0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8B4D0B-3B8B-DE59-64A2-4103D6E6C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69559F7-5D6A-2823-8A98-1A57816C5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269E4-61E5-4FC2-8B94-08DE0ECBB2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5661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9A4710-103C-D8F4-DFC6-28D06239E8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16235D6-C7A3-E27A-CCE9-D291D61AA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5AB5ED-46FD-11F4-3C00-63DF3343E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8ED34-F54D-47A1-8677-4634467C162C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53A192-6330-0002-4910-B85951188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66AB43-0D18-71B3-D46B-5FAF6A5E1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69713-2137-494D-B387-B25DE66B8A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480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0142B3-19E6-0460-C81B-F1B7BC186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E68D8C-9FEC-003F-4939-307E529F1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8D957E-CE24-FAFA-A42E-58C4C78D6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8ED34-F54D-47A1-8677-4634467C162C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AFEDA8-F780-FC29-A804-28DB82DCD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343CD4-D4FC-2ECA-8C71-8193748CA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69713-2137-494D-B387-B25DE66B8A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18343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F7FF32-F8F7-6981-0674-7314C5880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C24783E-B41D-5F35-B904-64168FC8A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716D5B-39B9-73D3-1B54-ED4143FC6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8ED34-F54D-47A1-8677-4634467C162C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381807-6947-3A02-4B4E-929C98831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E1F657-3335-CA90-A1D9-DA2E10BE2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69713-2137-494D-B387-B25DE66B8A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677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314969-8395-25FC-1E16-ED5447373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0C88CC-4F7F-F351-509E-74FB0F55EB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86A4F17-D4F3-5BFA-133A-625F0E4DE7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3A8B10-513F-164F-FF66-9899DE57C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8ED34-F54D-47A1-8677-4634467C162C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A8D368B-F0E3-AEEE-F74C-45475F654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2ECA8A-DEB5-D74F-4BC2-0EA9EA80C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69713-2137-494D-B387-B25DE66B8A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0289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E47538-40EB-E820-1A80-E3AD844D0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0EAF7B-3291-74C1-18AC-F0A95C7D1A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5C3474A-79F8-F270-287F-DB0C3E7779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A274963-142E-F361-D112-A6F29E5154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8677A1D-626C-69C6-CF55-BD25DEF5EE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B871308-6799-B2D5-6B54-EE8390E92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8ED34-F54D-47A1-8677-4634467C162C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456B986-8B44-116A-A9E9-13C4DC2F7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60B0440-8CE7-D56F-2E44-7275399A3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69713-2137-494D-B387-B25DE66B8A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25181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3C1E5A-B245-E002-C01C-FB2A329EF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D1050DE-70DC-9BBA-7F7F-47148D447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8ED34-F54D-47A1-8677-4634467C162C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70015F-FADA-5022-3134-EF656F180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9136B10-C85F-EDC0-9758-32774DF30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69713-2137-494D-B387-B25DE66B8A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50811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F230C3B-38DB-C196-D578-3652A7630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8ED34-F54D-47A1-8677-4634467C162C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F4A387E-2288-FA2D-0C46-29F097FD2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AB2E9E-2F32-E1F9-2C60-86237A50F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69713-2137-494D-B387-B25DE66B8A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50851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68EA42-9A65-FB11-7B68-B6BB580D9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03398D-EE20-64E8-0B1D-5416AA1CC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E772F7-54CF-3EC8-8081-1AD9FC31D6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C22C64A-F5AE-430C-B272-4C773C6F5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8ED34-F54D-47A1-8677-4634467C162C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914177-4890-0037-6DB7-260DB66FB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80BD72-822A-11B4-A164-8524656CA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69713-2137-494D-B387-B25DE66B8A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3185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A09C8A-3E59-4B31-9587-D470BF752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297C88B-78B3-E812-2EC8-EF1A4C9022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C5A54C-42BE-7F03-0512-1302C9C9E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3F0CFEB-2398-E2C6-D6A0-0B55C7933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8ED34-F54D-47A1-8677-4634467C162C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C745B0-B6EA-0136-08E2-95061A9AE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3BE053-080C-0565-B091-35321743D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69713-2137-494D-B387-B25DE66B8A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11788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538C8E-FBF4-940E-F6C6-C33DD7562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8B049BF-437E-8669-C125-73F5ACA9AC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36880F-A781-3EEF-76E6-1283AB334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8ED34-F54D-47A1-8677-4634467C162C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3AC57A-2A1B-04B8-D4CA-9AA8867CC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8FE6F6-7EF6-A41E-BDA6-C31837A9A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69713-2137-494D-B387-B25DE66B8A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23445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B9A1DAA-2BDD-1BEF-89D0-0E5EF19020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974CAEA-AF3F-1C53-AAD4-08AA8FED86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E8E094-6C10-738A-B897-C9528C87C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8ED34-F54D-47A1-8677-4634467C162C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E66EC2-8838-8E3B-102E-B7FE295A1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2D6895-B0FE-85D7-A4EF-C4C1677DE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69713-2137-494D-B387-B25DE66B8A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20340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86806C-A190-6570-A216-479FC2596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6487C36-9666-A433-7344-1E9F32E2E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8ED34-F54D-47A1-8677-4634467C162C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7107413-F001-2E1F-8B61-F11F43F82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80ACD3-D669-7E16-4693-0BF2EB618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69713-2137-494D-B387-B25DE66B8A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81430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BD34E8-8F24-1BEE-5D12-206233E273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4DBCB94-979C-A12C-6D9D-275D7A111A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1C0301-13E1-8F37-649B-9F0F7D37B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0AD2C-9EEB-4C22-8B3B-D6A2EA29D16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08BB94-A7F0-BD4B-77AE-4B8E0B996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0CB61C-7E33-120F-17C9-290EEDE9B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1E6BC-4CC9-4CC7-BCDF-0D2BE413DE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25478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24D0D9-5E72-303A-C58A-2E3329C10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0CC378-526A-BC5F-5038-6FD6691FB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1777AB-88E8-48FD-9F79-A4108B72D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0AD2C-9EEB-4C22-8B3B-D6A2EA29D16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591C99-8EBF-6E95-E6FB-385B226FA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30A788-F692-5B52-C096-70B455ED0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1E6BC-4CC9-4CC7-BCDF-0D2BE413DE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923232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CE95CD-042C-096B-5CB4-56EB263C9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9328DEA-20A5-5417-AF84-61CAF00884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31969D-EB62-AD02-8683-9B6BBA443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0AD2C-9EEB-4C22-8B3B-D6A2EA29D16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670856-7178-F0CB-6FE2-03F588936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0C22CF-B1C3-88E6-7EFB-6CD7BEAB4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1E6BC-4CC9-4CC7-BCDF-0D2BE413DE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055946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171D7D-8E9D-6E55-EE53-8F6590A66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C6FFED-6662-A6C7-F2F6-1855B4816D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0701F7E-076C-28F1-8BAF-85A211D654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643847-B0E6-AC43-4F71-1F9E346B5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0AD2C-9EEB-4C22-8B3B-D6A2EA29D16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ED80A09-ED92-23D6-49CC-AF79784F4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87EDB13-6B3B-F022-F824-D9A3907B5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1E6BC-4CC9-4CC7-BCDF-0D2BE413DE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171430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2131E0-7AA8-FF0A-CB88-48BF9924B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767553-2103-C835-114A-320F4E5D8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B4AAC7B-016D-98E8-8F3D-F7BE407F0A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46DC3CD-1389-94DB-C686-2AEAE82255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5BB35CD-2A0D-E9A6-2895-0472805BD7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6938E1E-39FB-D5C2-39C5-B1D56A791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0AD2C-9EEB-4C22-8B3B-D6A2EA29D16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B54F0F6-5973-2721-BD37-D3D3DE4AA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BF6C6A9-43DC-CF84-2590-1A34D5D33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1E6BC-4CC9-4CC7-BCDF-0D2BE413DE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75780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EBF960-1390-34A6-257A-E262BE664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DDF70C-EE15-C138-9FA9-3520DD82D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0AD2C-9EEB-4C22-8B3B-D6A2EA29D16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16F5BA7-F982-26C4-6B0A-FE43D2C39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A06B352-E2D6-F9B3-1817-33CFC2DBE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1E6BC-4CC9-4CC7-BCDF-0D2BE413DE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5156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BEE4838-72D2-9B21-112B-67F97BD23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0AD2C-9EEB-4C22-8B3B-D6A2EA29D16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D0ABD02-35ED-F2F5-5914-4138293F6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6CFE41-6EAE-7E46-F5BA-8A05099B7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1E6BC-4CC9-4CC7-BCDF-0D2BE413DE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03769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CF5034-44B7-5F27-9990-C3EF28F04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B9C74B-3858-687E-0CF0-B8A072091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D2B310D-4745-1ACC-CF0C-6C186DCCDF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5000AF-9D40-91DC-94DF-49EE7D662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0AD2C-9EEB-4C22-8B3B-D6A2EA29D16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CA5A75-2473-3A52-AAFB-BA9753435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CFA9D35-3BAE-9FBC-AEA1-107433032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1E6BC-4CC9-4CC7-BCDF-0D2BE413DE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464297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5225CA-9F22-0DDB-11BE-2ED86A83E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6298E39-CF1A-DD70-2AC6-0303108B04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4565C9B-EFB4-30F6-2177-B839506D32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76F307-0F07-2F5B-4EEC-4CE5A8995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0AD2C-9EEB-4C22-8B3B-D6A2EA29D16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3367A45-3F08-BD21-B707-B566E6A64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D84DEC7-1658-A9EE-F338-BF1BF2465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1E6BC-4CC9-4CC7-BCDF-0D2BE413DE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330366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629F0C-5D87-1C8D-B8DF-5F92B89A7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20AE003-1113-B5FF-5D82-6408FCA8B3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E25BF9-95B3-CC37-18CD-D14C6BF03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0AD2C-9EEB-4C22-8B3B-D6A2EA29D16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AEFCA2-FF89-1FCC-8EED-21799A7A3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44A0DF-B4BD-E96A-5C6C-957A41928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1E6BC-4CC9-4CC7-BCDF-0D2BE413DE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654616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C64FEB4-D959-6CE9-0573-B364009ED9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D07FC4D-E9C2-B05B-7C42-E900F9043A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7AE5D7-4FE0-17F3-D83A-90077A28A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0AD2C-9EEB-4C22-8B3B-D6A2EA29D16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DDD682-52D7-BA03-04AB-3E14CD8FD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1FE1FF-FE25-B798-CA1D-38F846A9C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1E6BC-4CC9-4CC7-BCDF-0D2BE413DE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524660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3BAF2A-D51C-DE40-9F21-1D2A004458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E9CAFA4-BBF4-9F57-EF0E-4E4F13D8CE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EB7462-72B7-1810-F6A8-7DE729161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61C08-8724-4A90-ABF8-204B1AD0259D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152EBA-8B63-0B17-8BB2-77B281F9F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F9507C-995C-C66F-9BA2-F505722EB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D2865-A1B0-46B9-A8D0-F39BBC51B8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07015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6375B3-98B0-ACD5-B1BB-739EFBD21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6F0851-DE5C-C24C-553A-5DD4DDF56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D2C7CE-F5F2-BE1F-F1BC-68CFFF8D3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61C08-8724-4A90-ABF8-204B1AD0259D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B8B934-0810-8BBF-2E63-16A2ACEB9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75A219-DBBC-67BF-3E20-B6B68427C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D2865-A1B0-46B9-A8D0-F39BBC51B8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44892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226B17-5715-4834-5A73-1F21FEABB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741981-64F8-4817-F5B0-72EABCB79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7E6083-C3E6-50F8-93DB-DC5D1ACD2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61C08-8724-4A90-ABF8-204B1AD0259D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0834E5-1044-C93A-0ACC-A4123CEE0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5C1902-2FA0-C28C-C8B2-DE4D5081A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D2865-A1B0-46B9-A8D0-F39BBC51B8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966264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D38CCC-8AF6-7115-39BB-6FBC711D5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BA4FDC-D1E8-AA9C-81AD-DA6AA06485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5B63D7-5ABA-9E8C-7327-A11F77469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1B7CC8-D0E8-8466-E2E2-75CBF4FC1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61C08-8724-4A90-ABF8-204B1AD0259D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DD2576-941A-C444-9A91-373A04BFF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F8A852-09EE-23B3-7479-3176091E2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D2865-A1B0-46B9-A8D0-F39BBC51B8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582114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787F7F-28F5-948C-09A3-483B90AF2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FE4D6C-A408-FC6C-AEAC-240BFF465E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4B5AB4-7262-A231-4B51-08B9F19F73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0F92498-8F48-4494-4F44-75909F1D6F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6F5C16F-0348-42EA-F1D3-62711FEECC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8A46770-85FE-48E0-B4E4-D160931D5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61C08-8724-4A90-ABF8-204B1AD0259D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C5580BD-B35B-925A-5CAC-41EE95ACF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49AB577-E9D9-AE84-466D-76DD9AF50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D2865-A1B0-46B9-A8D0-F39BBC51B8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184748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B31346-99AD-4106-EED6-C5AC065F7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617C1BC-6C9C-3DA5-70FB-05DAAFCB1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61C08-8724-4A90-ABF8-204B1AD0259D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92B3634-570F-E2F8-5AC2-54135AF97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03B9DE5-528D-2166-4A4B-7D573716E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D2865-A1B0-46B9-A8D0-F39BBC51B8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432374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C67880A-9B0A-6E30-EFBE-380C269C3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61C08-8724-4A90-ABF8-204B1AD0259D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CFF14D6-D5D2-895A-1BD8-4C9380BD9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85E598-B12B-C6BD-766E-3CDDB0A08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D2865-A1B0-46B9-A8D0-F39BBC51B8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48922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E73863-8315-E712-F509-F37A4AF15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AA5BAA-2CDC-848A-1FC8-576D62E57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202961B-607A-6B40-3853-2D3F38A79A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B85046-82F7-B990-EDE8-4EDDB347C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61C08-8724-4A90-ABF8-204B1AD0259D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5D02ABA-D87A-A422-E923-76DD856AD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994A57-283E-B251-5298-C3ADF163A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D2865-A1B0-46B9-A8D0-F39BBC51B8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807200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853668-D8AE-F4DF-B23D-2D7F61EF7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F444FD5-36F1-F5EE-3D5F-67C0F83002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4A2D08-0C89-12F8-7469-0C2C11D9C2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4667261-FA86-C011-C214-670765E33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61C08-8724-4A90-ABF8-204B1AD0259D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3A1C992-E2C7-5375-F7FA-7117A9141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A3627D-B2AC-DDFA-C863-B441593F8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D2865-A1B0-46B9-A8D0-F39BBC51B8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69685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CF3A3A-FFA3-8CF0-042F-537971841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B90111D-11E4-3B8B-CBDC-9A4B45482F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9F018D-5AB9-8403-913E-64E28B782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61C08-8724-4A90-ABF8-204B1AD0259D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722D34-A5C2-943B-AD87-944DB8183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8FB011-4E06-2A3D-6CEB-58B97A032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D2865-A1B0-46B9-A8D0-F39BBC51B8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77841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B645B0A-53F8-2555-1A37-B500322472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538F31A-CC57-092C-FDE2-E0E73C6AB9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9E1122-914D-74C8-AC81-6EC7FAAE9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61C08-8724-4A90-ABF8-204B1AD0259D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BEF631-1B4A-48BF-1733-0EDDE79EA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365587-E653-F3EC-C20F-01CC49483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D2865-A1B0-46B9-A8D0-F39BBC51B8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581707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9195E0-EA4E-D586-DE0F-52F067C0E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7A7E05E-4ADE-4893-FC9E-7071EB45D9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301A6C-D203-D5C9-9656-92D32D0EE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EEBC-FF76-4DF5-8C77-D7133F341D0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A60BC9-3302-07F1-C727-B829F699F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2C1B88-05E8-5A89-C5DB-35BA08A7D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269E4-61E5-4FC2-8B94-08DE0ECBB2E3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6E914A48-7CC4-7FE2-08A6-CE26277F4AF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471" y="621491"/>
            <a:ext cx="763529" cy="222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0BAD1C2-91E7-7255-E73A-C0B201C6ECE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26706" y="6356350"/>
            <a:ext cx="2465294" cy="36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37215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09834-AE83-F486-C182-63BB45507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E0C35F-0161-1A60-94EC-5B62D50A1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7D19C3-AF62-4C03-3F7F-5C1C5B467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EEBC-FF76-4DF5-8C77-D7133F341D0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0D12CB-89FE-7431-A5FF-B59A8B498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1961BD-742B-67F4-0CB3-27E3073C0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269E4-61E5-4FC2-8B94-08DE0ECBB2E3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282AA5B3-14F1-10C4-DC84-6540B826B3D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471" y="621491"/>
            <a:ext cx="763529" cy="222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44B0D9C-E60C-B4CA-3DDA-E294BCB0680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26706" y="6356350"/>
            <a:ext cx="2465294" cy="36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1735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9E0199-A2D7-2EBF-EB81-D230819A3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866448-3273-D3EF-2F9D-67DA59CDA4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9F656A-108C-4853-F762-EC689196D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EEBC-FF76-4DF5-8C77-D7133F341D0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2A523D-DBC9-8B3C-429A-CA558C35D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708A5F-4378-E2A8-5A05-859E4B43B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269E4-61E5-4FC2-8B94-08DE0ECBB2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154643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FD63A4-D3DE-69EB-FF48-AB2D3E8E8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1C05DD-A736-7F9A-4ECC-D5E346206B1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dirty="0"/>
              <a:t>목차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A825E49-2F5C-17F2-3D1B-23E0C6D0A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9FD3FB-B669-32D5-44D1-18043AD81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EEBC-FF76-4DF5-8C77-D7133F341D0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7498EB6-E589-F2E1-E6B8-C123F4852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B3926A-310A-0249-9F9E-79840AED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269E4-61E5-4FC2-8B94-08DE0ECBB2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52379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3A3AE1-356A-2B34-3F2F-105C48697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8EB9C2-68C6-749B-1DC6-55BDE6E60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DAEE8A7-17B3-EEC7-7A02-027BA4F18E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C45C728-C15D-1DD3-3701-692C2FD923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44D7381-A84B-2C4C-35A9-FD345E23EF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EF2F5F3-57E5-7C0D-3B64-481C9428F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EEBC-FF76-4DF5-8C77-D7133F341D0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03DA8F5-B9EE-6F44-6DEF-6EE01FAD0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47DF2EE-BDE9-11D9-BDF4-852F45854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269E4-61E5-4FC2-8B94-08DE0ECBB2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30875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BD3558-1F1C-3943-ABE0-5A3C0055F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F33FFFB-C9FD-D985-862C-707A87608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EEBC-FF76-4DF5-8C77-D7133F341D0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595FD7A-5433-FD98-18D6-F4563F1ED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3FE502D-D3B7-A12A-DD46-C058C9551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269E4-61E5-4FC2-8B94-08DE0ECBB2E3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98F26D1-DE45-A30A-9CB9-910A90D6FE1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471" y="621491"/>
            <a:ext cx="763529" cy="222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F7774AD-2026-D850-C054-9D57F363B7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26706" y="6356350"/>
            <a:ext cx="2465294" cy="36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85575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CCBD712-7344-421C-CD52-67620F36A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EEBC-FF76-4DF5-8C77-D7133F341D0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70FA48A-3B1D-174F-2BF5-FCA3384DA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E2A00C-D8E1-3675-6532-2F9686FB2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269E4-61E5-4FC2-8B94-08DE0ECBB2E3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6BF1F5E-874F-4BBB-293F-3E5F0CF666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471" y="621491"/>
            <a:ext cx="763529" cy="222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900B6F3-60F1-EF60-D41F-FA079548CBE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26706" y="6356350"/>
            <a:ext cx="2465294" cy="36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20923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B49F4E-0631-5F30-871E-40707DFF0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6615DE-387C-E6B7-B83C-9AB3EA096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E8F616-3D65-4871-6FC5-FA32773439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967A4B-86E0-DEDA-EA31-BE94CDE4F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EEBC-FF76-4DF5-8C77-D7133F341D0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1BC6E6-D5A0-D9E7-ADF0-EAFE1B603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B8208B-7A6B-DC89-0AA3-A9EDDC69B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269E4-61E5-4FC2-8B94-08DE0ECBB2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927772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2272B0-DB26-14F3-AE5F-95C398BAB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3BD283B-939F-6CC7-48B4-6657518E1F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80C4DD6-0BEE-1E3E-B836-E093A159DE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0A69E22-2543-2CDE-8CC3-137C392ED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EEBC-FF76-4DF5-8C77-D7133F341D0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8B4D0B-3B8B-DE59-64A2-4103D6E6C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69559F7-5D6A-2823-8A98-1A57816C5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269E4-61E5-4FC2-8B94-08DE0ECBB2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159451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CCFFDA-3002-B935-F7B5-AA0FD0EF1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9FDBD9E-22F9-28C5-A245-BE2D5244F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1851DE-96A0-5159-3D1B-615E86BB2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EEBC-FF76-4DF5-8C77-D7133F341D0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C42B87-2F75-4EE1-1A27-AE3265A7C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865DC9-4A4A-17C6-F0D4-9508E5182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269E4-61E5-4FC2-8B94-08DE0ECBB2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543054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82095B6-C4A2-1D02-54BA-BF78BA124D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660121C-91BE-9C8B-D376-93B8B137F0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210021-0E64-49CA-41C9-808EE10A8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EEBC-FF76-4DF5-8C77-D7133F341D0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580FFC-384F-1AE1-C99E-54D133B52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46EF34-A6F5-F1C5-C54E-537919C57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269E4-61E5-4FC2-8B94-08DE0ECBB2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193376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2272B0-DB26-14F3-AE5F-95C398BAB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3BD283B-939F-6CC7-48B4-6657518E1F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80C4DD6-0BEE-1E3E-B836-E093A159DE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0A69E22-2543-2CDE-8CC3-137C392ED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EEBC-FF76-4DF5-8C77-D7133F341D0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8B4D0B-3B8B-DE59-64A2-4103D6E6C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69559F7-5D6A-2823-8A98-1A57816C5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269E4-61E5-4FC2-8B94-08DE0ECBB2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349004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C76D54-9FB0-6688-2430-CBB22B85FC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949979-CF2A-87F9-90BD-DB3F3061B7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6A9DD9-11D3-BB87-158E-5C53D6740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E2DB4-7ECD-4B25-9069-89F938826B0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CFB36A-8F45-7E42-78D1-57697304E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A3D383-988E-BFBE-0F4A-71F7DDA8E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5AD58-A94C-458F-A221-0122B08DF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099246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26F02E-BE69-B766-98ED-E8910BB67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F37C04-426D-5E91-6B7C-5F7D12290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B8691D-2EAE-5846-B5A5-F0EC19E34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E2DB4-7ECD-4B25-9069-89F938826B0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FF453C-9A97-71CF-7BDA-7D91DCB0C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C9AA57-507B-E331-7ACE-82C39751F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5AD58-A94C-458F-A221-0122B08DF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375096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827C58-FBCD-2162-7DC0-9892CEE5E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A0BEFC-FD41-2C70-2C52-A78BCBC4E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5712AA-F3AB-0D27-FDF0-E450EAEAA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E2DB4-7ECD-4B25-9069-89F938826B0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73F694-0DF0-C3F1-ACA7-79C94F30E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967EE1-AA3E-8533-1527-96F88EAFC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5AD58-A94C-458F-A221-0122B08DF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84276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290F4E-A7CB-41FE-5366-9B9DD004E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B4705E-234A-6F1E-A736-AE80331B8E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CDCFA9C-C2C4-3D22-4B04-325466B87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5BE41D-2F14-32F5-9B8A-9E2CD9DE8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E2DB4-7ECD-4B25-9069-89F938826B0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4F3D79-C5C5-3CBF-F998-1E6241859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2AB0B6B-C335-C460-CA27-595AAB0C4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5AD58-A94C-458F-A221-0122B08DF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489988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519279-1D11-990E-61AF-E1AE33026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00CE2E-5B65-9C46-E359-FDD95D2526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98DC0BF-4A15-3AB9-EBD3-B020B0C0E3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144B99-1C5D-0371-52DB-6847F31593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6738FBB-570B-2665-96F9-86D8C2D78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9B2C2A0-DFFB-855F-E7FF-97DBACBA0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E2DB4-7ECD-4B25-9069-89F938826B0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3D3F643-C868-8874-E5C3-66C2270AB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96D1021-3809-A099-F4E5-0113D9E6D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5AD58-A94C-458F-A221-0122B08DF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839024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AEC6BD-A79B-DAF2-CA2C-B01FFE1F3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071B09F-681C-D820-EB58-9D39E9180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E2DB4-7ECD-4B25-9069-89F938826B0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A2D113D-D638-E11B-527C-B1D7D9449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F576D90-023F-F9DC-43FB-9F1AA657F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5AD58-A94C-458F-A221-0122B08DF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193417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114B2C3-1F05-B033-4BA7-6136BD834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E2DB4-7ECD-4B25-9069-89F938826B0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8C6E6C2-42CF-FB97-A544-BA2A874CB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B78E84-4A53-0AFF-F8B2-18EB8F6CE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5AD58-A94C-458F-A221-0122B08DF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44320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BB89B9-2B12-8A4E-5B57-4BA844CE8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C3E374-D966-09DF-91F9-547522CFB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728D1A-C4CE-FB26-5EE7-7602547B2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A05454-9522-69E5-49CD-A95E4116C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E2DB4-7ECD-4B25-9069-89F938826B0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F79D8F-A12F-6EE8-F888-8D57E2F49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739CE7-4A3D-CB46-7224-FD5DAAB5D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5AD58-A94C-458F-A221-0122B08DF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405720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3BFDA7-1574-9B3E-ADEA-449F0E34F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1CE6B71-D524-E9F5-8CDB-0EE165E78A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EA41B84-F0EF-7A49-1A86-1D687B464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898990-34D1-F9F5-4CC6-342941FDA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E2DB4-7ECD-4B25-9069-89F938826B0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F9E73B-0B79-12B7-A326-383EE6098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63BC25-30E6-8FE8-CDB1-3D091D277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5AD58-A94C-458F-A221-0122B08DF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691326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1E99D9-9429-95AF-9C8B-B06AF6C3B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5E4590E-657C-8D55-BE91-363D4E8B4B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C69411-A1AE-D07E-7619-A480AE9F3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E2DB4-7ECD-4B25-9069-89F938826B0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54E809-99D8-D0BD-2403-99B009777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D0EC8F-C113-013A-599F-3F1F2C009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5AD58-A94C-458F-A221-0122B08DF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494034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993AE21-6F28-D2CD-4598-9552EAC92A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F4B364-B3CE-3BB6-C85E-86EB1E8AD1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B99D3F-9F07-C53A-59A8-65843F64F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E2DB4-7ECD-4B25-9069-89F938826B0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02132D-2822-9A62-6BC9-3BC5F6AED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E1482B-70FB-1084-AE46-170B98B5F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5AD58-A94C-458F-A221-0122B08DF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735808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D669A1-F0EE-286B-52AF-66F899234B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B10D61D-8708-E46C-4AF3-5F063FA4B7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229706-5AF2-45F4-59D8-7E557F26E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EFF1F-2AE1-4F96-AC08-CDBE334FB617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29A911-AD3D-5C30-1E77-F0F663CC4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3F77E1-7747-D32D-4312-CD0A6971D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E340-E0C6-4659-B3DA-337F18841B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440854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32E20C-F17E-4623-3CE7-4E33A4964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5BF197-3841-F757-DED9-A33FF2058C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FD5F0A-F6A8-C90A-946E-4F8FDE1A5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EFF1F-2AE1-4F96-AC08-CDBE334FB617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17A614-9015-5E11-C4A6-FF4DD545A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388D8F-56E6-EE34-9485-E2A3C8962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E340-E0C6-4659-B3DA-337F18841B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656696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EC0B0B-5330-4B0D-90B9-608AA3F19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24C709-B3E0-1268-D71D-6B042BF492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CC62B9-27CA-D965-5086-5F9F04EDC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EFF1F-2AE1-4F96-AC08-CDBE334FB617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071BF9-4E1C-39C3-A7BE-D32C024B1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3455C9-4810-B46A-B955-8B182F47E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E340-E0C6-4659-B3DA-337F18841B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95605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E3458B-AF54-0D70-CA7D-7945616B2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0D2540-8A9A-2E0D-9297-2FCA79C1A3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2A87B1E-4E3B-9A4D-2838-352ECE093C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1D8D46-6B8A-8C13-D446-43ADF3696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EFF1F-2AE1-4F96-AC08-CDBE334FB617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60A91D-7B4C-2922-A07E-FE673C7D3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347A7C-6663-F7B7-8B70-2D5F6FB9F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E340-E0C6-4659-B3DA-337F18841B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092304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51474E-E828-4EC7-1EDD-EC2BBC517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167C9-02FF-67E9-731A-A9EE376C9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85C5862-4508-1FBD-1B81-359BD5E7B1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8391546-AD54-0ECD-B0C6-F3FDF77B75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9182F2F-9652-02D1-FEF7-7DED391286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D79059A-96E2-4BC7-9666-1BEB3BF63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EFF1F-2AE1-4F96-AC08-CDBE334FB617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6B6250B-D990-6937-E9A6-731CD6BFC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42AF663-E825-D06C-6EF0-E3702EC3F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E340-E0C6-4659-B3DA-337F18841B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72414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5F8098-8DE9-B000-36EA-8846909AF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BA4789-F5EB-D6FA-2DA6-894A10B21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EFF1F-2AE1-4F96-AC08-CDBE334FB617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8A6C20F-7713-1455-5C72-10F35BD58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BF9FEAE-F90C-D0A4-25B8-51D08E12F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E340-E0C6-4659-B3DA-337F18841B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9027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E531BE8-F165-C53C-8E65-EE343AA85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EFF1F-2AE1-4F96-AC08-CDBE334FB617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DEBDB71-AB94-BC10-73F7-4AF01C029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67FEBE-DF8B-E384-8C27-471327046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E340-E0C6-4659-B3DA-337F18841B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436713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E79C4E-9BFA-1263-9581-F4196D76F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1FA6F0-0731-3114-4727-E42C75AC46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1A11088-4D34-4085-2695-F0D8C5F4BC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5C2A2F0-2410-E5E5-5A01-EA2A8227E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EFF1F-2AE1-4F96-AC08-CDBE334FB617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264D7C-909C-B890-D7DE-A8A7BF0A1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29306B1-00C5-49B6-E22F-FE4A03FB4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E340-E0C6-4659-B3DA-337F18841B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445221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18681F-4AD4-5440-1A29-FC2A02ED4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7257EB0-85ED-6F05-3CA3-C5138B47C2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A7DDC28-91A3-713E-74F2-31B609D340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7CD6DC-B75E-6631-B9CD-FEC49298A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EFF1F-2AE1-4F96-AC08-CDBE334FB617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802C984-6367-A20B-4533-0D959177A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8B5950-C272-B3EE-A9E1-68F9109EA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E340-E0C6-4659-B3DA-337F18841B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910277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3B1D36-61DD-CC62-D4A6-167D8395B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BC537EB-AC34-943A-F282-4214E5853C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E70EC7-59B7-A313-3DE5-833F197E1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EFF1F-2AE1-4F96-AC08-CDBE334FB617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DFD433-3FCB-DF47-0D19-156A25293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B21955-7A40-246E-8B86-281BB89AF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E340-E0C6-4659-B3DA-337F18841B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7191103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67E56BE-5903-1CDF-594E-727C36D291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09672C0-D773-FF80-D2CE-DD1365D59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B88419-A43A-B089-63D7-E5DB1A07B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EFF1F-2AE1-4F96-AC08-CDBE334FB617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0C93BB-66C7-6DF2-861E-42E43F14B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D87DD2-33D3-7D93-6E92-5E5632D84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E340-E0C6-4659-B3DA-337F18841B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324643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10CD9B-AE17-D19F-2949-2FF3F674A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9638C83-EE0C-23C6-8494-CD0AEC4E7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EFF1F-2AE1-4F96-AC08-CDBE334FB617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BD4C308-D392-08BD-6E3F-41C4555BD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24AC48E-5C5F-4F8A-D489-50FCCA6E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E340-E0C6-4659-B3DA-337F18841B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269566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CE23CC-636B-1917-E326-ECD063B8FB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B3C659C-A81D-B73C-D2DB-11164BA9BC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C9D113-FED5-A169-B95F-B622E0002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FA385-3671-48F9-8670-A3DAE3B2405E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F87DF4-87C6-62D4-A761-285FEA389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6F6767-FA97-7C45-5423-D7E4FB015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0557D-F7D6-49DE-97FF-BD8B51E123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0037024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498C96-C6FB-7D26-2731-A2CC69AE0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657E94-BFF7-316B-43B9-BCDE1AE5A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BFCA2A-8872-F45A-0769-E6043E37B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FA385-3671-48F9-8670-A3DAE3B2405E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1E84AD-5439-AEED-EFDF-FE01962AE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6ECEDC-4348-039A-0C96-B9EDC6DAA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0557D-F7D6-49DE-97FF-BD8B51E123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016033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C1EBBD-C495-AC77-A418-EAA5D052D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8B37EA-F9C1-48F7-52D2-6C6AE7FB5F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5B7037-76C5-91AC-AABA-D33958B01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FA385-3671-48F9-8670-A3DAE3B2405E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570F5D-7855-6D2E-6E85-395D964B8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650FD4-2E9D-4E06-1A5A-8E13F563F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0557D-F7D6-49DE-97FF-BD8B51E123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296688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9E50E9-FD65-D34C-FA98-B480B2391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1B144C-EE3B-AB2A-ADE8-24A0C20B58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E4DF3E-D328-EC59-6817-AB24F826BF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02AA245-3B2C-F400-6DA2-F2B94BFBC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FA385-3671-48F9-8670-A3DAE3B2405E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2DB7E0-92EB-33CF-12E5-718FD826C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AA5A0F6-873C-18DC-30E1-26D8DF91A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0557D-F7D6-49DE-97FF-BD8B51E123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633774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093EB0-294A-5393-FA53-305CD659E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97A2F7-7366-042C-42BE-EBF124CC9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C8CD1A7-9914-CB32-C7F4-29F38B9F7A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323C082-75EC-A545-410D-7CBC02069C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C5EB5F5-71A7-390A-DE69-3705BD6EC2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0055841-2BB2-8CA8-F0E1-20B1D9814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FA385-3671-48F9-8670-A3DAE3B2405E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3B302A2-ECC6-C46E-8FBB-CDC171507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5C1F084-EE4C-8197-A0F8-9C9F927BA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0557D-F7D6-49DE-97FF-BD8B51E123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2404438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2B367D-9A5C-183B-DE89-855463E6E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A55C329-2847-01C5-4424-59DAC8E0F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FA385-3671-48F9-8670-A3DAE3B2405E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1C1786C-EF9C-DFBE-EF5A-8DDC64AAC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29C2300-B8F4-1C45-FA80-AE5E41D4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0557D-F7D6-49DE-97FF-BD8B51E123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907819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C3F855A-245F-7D21-1C6D-EF1542BE1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FA385-3671-48F9-8670-A3DAE3B2405E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E5F7E58-FB77-A58E-4456-0E4A05D1A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0F60E0-FAB1-86DB-4E00-45DF481B1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0557D-F7D6-49DE-97FF-BD8B51E123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3633009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676CDB-A73C-BB9C-503D-C0DEBA34D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F10119-3E77-C2F1-5CA0-90CB0A72E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FA11599-B6BE-6CA4-4B03-CBEE044524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028988-13B1-8CBA-4B56-E16A04D2B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FA385-3671-48F9-8670-A3DAE3B2405E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06CD6D3-1ABA-1F06-41B5-1A0203295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FAC615-BD2D-9942-6343-01A61AC00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0557D-F7D6-49DE-97FF-BD8B51E123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0455270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659DC3-4FCD-D281-E810-4BCF4E198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EF6F223-E7EE-28AC-799B-D468A705BF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FD3F972-EE59-50EB-2CA7-97CDB3C70D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034021-6A03-DC2C-6EC6-2AB45A3E6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FA385-3671-48F9-8670-A3DAE3B2405E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D96A57-DAE8-AC16-AAF8-D377F9AA0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CD505D-CC72-2207-4DFB-2AE3B99E1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0557D-F7D6-49DE-97FF-BD8B51E123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350413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556B1B-0521-6231-B5D3-618C251D9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870989C-C917-1E0F-BF09-D48278AB2F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8B53DA-184A-F5D0-5FE1-82DA5B458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FA385-3671-48F9-8670-A3DAE3B2405E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407B81-5D38-2B1C-9C5F-DEF63B05F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D6C64A-E163-E68C-705F-C0484D570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0557D-F7D6-49DE-97FF-BD8B51E123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891110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C327FAB-E747-F203-1A33-4E593C169F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CE34D77-5A14-6441-DD34-6097C64607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67D95D-C5F8-92CD-D6AC-9953ABC12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FA385-3671-48F9-8670-A3DAE3B2405E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E751E3-506B-95F0-81B8-C4F3912C9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41D5A5-EC97-181D-7D64-84445B992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0557D-F7D6-49DE-97FF-BD8B51E123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029484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9EB5FA-060B-5D8E-EE55-8C1E1DEAA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FCD0AAB-FB67-A1B3-76EA-8E1E952BC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FA385-3671-48F9-8670-A3DAE3B2405E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1851E59-2494-A04D-695E-3DF515F46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A76D56-D5EC-4E9D-62B0-D9A59EB4B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0557D-F7D6-49DE-97FF-BD8B51E123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3077532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91C851-B4FD-7D63-156E-197C39DDA3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CDCFE42-45DB-EAD4-288D-09264F65F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0FD4F8-922B-87D1-0C63-475F2D025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AC52F-64C0-40E7-A999-B6AD6346B90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875DB8-E4A4-9791-8925-347C247DB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981C57-5D1F-FBE0-0B73-13A9B0DBA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B3394-F0C1-4398-9616-136D4237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042533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3CE877-4184-8AFD-2D2E-F7BA6F4C3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A83B06-C929-6619-3F9A-5406432C2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AD023E-2A90-3917-C31B-FEA3DB6B3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AC52F-64C0-40E7-A999-B6AD6346B90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23DC29-3551-0F4D-3C61-A06475E97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9BD9E9-BD26-2FA3-6567-BA7174207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B3394-F0C1-4398-9616-136D4237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778357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0FA93-7424-824C-208D-E411F4652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98F63C-199E-6A98-BCF1-EC7E6BF5CD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AC0ED6-FA1E-2B6C-B7EE-3CE51AD7B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AC52F-64C0-40E7-A999-B6AD6346B90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E14026-781E-E92A-B6C5-F50908CF4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9DEF6F-D69D-7760-9F3A-AC62CD132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B3394-F0C1-4398-9616-136D4237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811258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3D9253-9644-A248-096B-170B5653F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A40F7C-A00C-7DA6-FD1C-DCA5FBC0AA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E8BE5D1-158E-8A5F-D699-359D1C0808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EA7484C-1F55-29DB-3398-A27D20572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AC52F-64C0-40E7-A999-B6AD6346B90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6A455B0-C4CB-8552-3BE5-E2F2B0F4B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6B6EC08-ECC2-FDDA-6560-9E93BA78B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B3394-F0C1-4398-9616-136D4237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8716005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5AB9D4-2235-3749-CCD8-7CECB7F67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71CBDC-D0E1-2F24-DE91-6644B9DE1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A23ED8-F540-96D1-94A3-456426BD54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E6DBF4D-6B49-FF06-513B-C2188E0C55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A2900F7-BE66-72B4-C6D2-9D2A1AB813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F1837BB-6FDE-E41D-F75D-FE80731F3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AC52F-64C0-40E7-A999-B6AD6346B90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8811A76-15F7-275D-B747-9BF3731E3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9935C48-AB0F-7470-9C88-6BD26DB18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B3394-F0C1-4398-9616-136D4237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8689796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E9F639-45EF-CB9B-419B-6DCC4B0D4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06AF61E-07F3-AA2F-AEE5-AEA1FD471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AC52F-64C0-40E7-A999-B6AD6346B90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9F419BB-ED8B-6A7B-C2B3-904037F87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16E1C90-370D-49E0-A0B6-88475AE5D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B3394-F0C1-4398-9616-136D4237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8212368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AB48D3F-E716-FB23-D936-85C077F0E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AC52F-64C0-40E7-A999-B6AD6346B90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998A81B-50C0-6D45-7DA3-123CFD345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8F9B4B-0B87-ACCC-10CC-10F522AED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B3394-F0C1-4398-9616-136D4237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8975036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77CBD3-72D9-426C-268D-399FD8C2A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5DB379-CF98-59B6-7C54-F911ECD3D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2DF3540-A5AD-F8BE-EBB3-E3F5F5A5A2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C322285-47D7-DA2B-1F83-1D9010E1E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AC52F-64C0-40E7-A999-B6AD6346B90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EA9B452-3A28-8377-39DB-5A36E74DA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DB2CA6D-4305-A946-FB3C-959FEBEAD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B3394-F0C1-4398-9616-136D4237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864608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EF0C31-341F-67F7-F2C6-AD3561106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A695413-1902-CEA8-71EA-272F12E500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B6667AC-E671-222F-0324-EAB82283E3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470E907-AE77-E1B4-72D1-6E47CB4F3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AC52F-64C0-40E7-A999-B6AD6346B90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574038-A2CC-3CA7-DD9E-77FEB9F36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E7D70AC-C196-CD18-CA3A-3C05EF5A3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B3394-F0C1-4398-9616-136D4237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014515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3B0236-0A97-84D3-E3A8-E160F2708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9DCEC5B-4201-5377-5408-56266ECC61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0616E5-3BE9-D6BE-76C8-1AFA4633C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AC52F-64C0-40E7-A999-B6AD6346B90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C65269-C0EA-188E-03CC-2046D3444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087E38-4D5E-3FE9-0F9E-AB39558CC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B3394-F0C1-4398-9616-136D4237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6642270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C46CAD2-565B-F47B-E619-46BBE206D4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3B2833D-16F1-DDFB-3ADC-E541D60DF7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36E7B9-0B6A-4E71-515E-C80C8A9A0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AC52F-64C0-40E7-A999-B6AD6346B90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726A80-04D0-BF79-1088-186BB0248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F36199-C681-95B2-760C-5A78D9641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B3394-F0C1-4398-9616-136D4237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449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1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6.xml"/><Relationship Id="rId7" Type="http://schemas.openxmlformats.org/officeDocument/2006/relationships/slideLayout" Target="../slideLayouts/slideLayout80.xml"/><Relationship Id="rId12" Type="http://schemas.openxmlformats.org/officeDocument/2006/relationships/slideLayout" Target="../slideLayouts/slideLayout85.xml"/><Relationship Id="rId2" Type="http://schemas.openxmlformats.org/officeDocument/2006/relationships/slideLayout" Target="../slideLayouts/slideLayout75.xml"/><Relationship Id="rId1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84.xml"/><Relationship Id="rId5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83.xml"/><Relationship Id="rId4" Type="http://schemas.openxmlformats.org/officeDocument/2006/relationships/slideLayout" Target="../slideLayouts/slideLayout77.xml"/><Relationship Id="rId9" Type="http://schemas.openxmlformats.org/officeDocument/2006/relationships/slideLayout" Target="../slideLayouts/slideLayout82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3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88.xml"/><Relationship Id="rId7" Type="http://schemas.openxmlformats.org/officeDocument/2006/relationships/slideLayout" Target="../slideLayouts/slideLayout92.xml"/><Relationship Id="rId12" Type="http://schemas.openxmlformats.org/officeDocument/2006/relationships/slideLayout" Target="../slideLayouts/slideLayout97.xml"/><Relationship Id="rId2" Type="http://schemas.openxmlformats.org/officeDocument/2006/relationships/slideLayout" Target="../slideLayouts/slideLayout87.xml"/><Relationship Id="rId1" Type="http://schemas.openxmlformats.org/officeDocument/2006/relationships/slideLayout" Target="../slideLayouts/slideLayout86.xml"/><Relationship Id="rId6" Type="http://schemas.openxmlformats.org/officeDocument/2006/relationships/slideLayout" Target="../slideLayouts/slideLayout91.xml"/><Relationship Id="rId11" Type="http://schemas.openxmlformats.org/officeDocument/2006/relationships/slideLayout" Target="../slideLayouts/slideLayout96.xml"/><Relationship Id="rId5" Type="http://schemas.openxmlformats.org/officeDocument/2006/relationships/slideLayout" Target="../slideLayouts/slideLayout90.xml"/><Relationship Id="rId10" Type="http://schemas.openxmlformats.org/officeDocument/2006/relationships/slideLayout" Target="../slideLayouts/slideLayout95.xml"/><Relationship Id="rId4" Type="http://schemas.openxmlformats.org/officeDocument/2006/relationships/slideLayout" Target="../slideLayouts/slideLayout89.xml"/><Relationship Id="rId9" Type="http://schemas.openxmlformats.org/officeDocument/2006/relationships/slideLayout" Target="../slideLayouts/slideLayout94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5.xml"/><Relationship Id="rId3" Type="http://schemas.openxmlformats.org/officeDocument/2006/relationships/slideLayout" Target="../slideLayouts/slideLayout100.xml"/><Relationship Id="rId7" Type="http://schemas.openxmlformats.org/officeDocument/2006/relationships/slideLayout" Target="../slideLayouts/slideLayout104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9.xml"/><Relationship Id="rId1" Type="http://schemas.openxmlformats.org/officeDocument/2006/relationships/slideLayout" Target="../slideLayouts/slideLayout98.xml"/><Relationship Id="rId6" Type="http://schemas.openxmlformats.org/officeDocument/2006/relationships/slideLayout" Target="../slideLayouts/slideLayout103.xml"/><Relationship Id="rId11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102.xml"/><Relationship Id="rId10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101.xml"/><Relationship Id="rId9" Type="http://schemas.openxmlformats.org/officeDocument/2006/relationships/slideLayout" Target="../slideLayouts/slideLayout10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1E0117-5BC1-DFE3-0649-CFE7234CF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F7B720-FBE4-00ED-C354-C180E9B0E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목차</a:t>
            </a:r>
          </a:p>
          <a:p>
            <a:pPr lvl="2"/>
            <a:r>
              <a:rPr lang="en-US" altLang="ko-KR" dirty="0"/>
              <a:t>1.</a:t>
            </a:r>
            <a:endParaRPr lang="ko-KR" altLang="en-US" dirty="0"/>
          </a:p>
          <a:p>
            <a:pPr lvl="3"/>
            <a:r>
              <a:rPr lang="en-US" altLang="ko-KR" dirty="0"/>
              <a:t>2.</a:t>
            </a:r>
            <a:endParaRPr lang="ko-KR" altLang="en-US" dirty="0"/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5C7659-4A93-1C06-2EF6-5B255934FB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8BEEBC-FF76-4DF5-8C77-D7133F341D0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ADD70B-57F3-5FF6-892E-88166A5F58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D23848-443B-371C-97E1-3FE774BD83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3269E4-61E5-4FC2-8B94-08DE0ECBB2E3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D364D43-402A-CD8C-66FB-7FA6487406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471" y="621491"/>
            <a:ext cx="763529" cy="222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3CF3A1A-194C-AAA2-CA7E-B777DD19899C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9726706" y="6356350"/>
            <a:ext cx="2465294" cy="36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268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725" r:id="rId3"/>
    <p:sldLayoutId id="2147483653" r:id="rId4"/>
    <p:sldLayoutId id="2147483654" r:id="rId5"/>
    <p:sldLayoutId id="2147483655" r:id="rId6"/>
    <p:sldLayoutId id="2147483656" r:id="rId7"/>
    <p:sldLayoutId id="2147483752" r:id="rId8"/>
    <p:sldLayoutId id="2147483739" r:id="rId9"/>
    <p:sldLayoutId id="2147483738" r:id="rId10"/>
    <p:sldLayoutId id="2147483767" r:id="rId11"/>
    <p:sldLayoutId id="2147483766" r:id="rId12"/>
    <p:sldLayoutId id="2147483657" r:id="rId13"/>
    <p:sldLayoutId id="2147483658" r:id="rId14"/>
    <p:sldLayoutId id="2147483659" r:id="rId15"/>
    <p:sldLayoutId id="2147483661" r:id="rId1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EDCEC76-214D-4508-9597-922577F47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241D2F-27A0-C26B-BC74-E5181E746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7A94C0-3E1C-D090-7556-B9707D386C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38ED34-F54D-47A1-8677-4634467C162C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3A0182-755B-1C7F-907F-F3845140F1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EE5667-9A89-6502-2629-7D22690BC9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969713-2137-494D-B387-B25DE66B8A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5790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A718C15-A8B6-58A3-2331-36AF0777C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02466B-A5F3-98B3-1EE0-DCECE4A7FA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FFEEF2-5BBD-E758-2512-09F8D08AB2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50AD2C-9EEB-4C22-8B3B-D6A2EA29D16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ACB9D6-7785-73DD-25E4-2CF93680E5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89EA06-65C2-7741-8F20-B204442468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C1E6BC-4CC9-4CC7-BCDF-0D2BE413DE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0839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EEC6D54-553A-4646-3EBF-DFBBCAE56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B2C343-85DC-F39B-C587-8D5BE33C7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61D6AE-64CD-47C7-B1EC-A20405B0B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761C08-8724-4A90-ABF8-204B1AD0259D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6630F5-2CDE-3CC3-0D61-BA5A312545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46360F-95B4-D236-FBB4-F3CEAE9A6E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0D2865-A1B0-46B9-A8D0-F39BBC51B8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8354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1E0117-5BC1-DFE3-0649-CFE7234CF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F7B720-FBE4-00ED-C354-C180E9B0E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목차</a:t>
            </a:r>
          </a:p>
          <a:p>
            <a:pPr lvl="2"/>
            <a:r>
              <a:rPr lang="en-US" altLang="ko-KR" dirty="0"/>
              <a:t>1.</a:t>
            </a:r>
            <a:endParaRPr lang="ko-KR" altLang="en-US" dirty="0"/>
          </a:p>
          <a:p>
            <a:pPr lvl="3"/>
            <a:r>
              <a:rPr lang="en-US" altLang="ko-KR" dirty="0"/>
              <a:t>2.</a:t>
            </a:r>
            <a:endParaRPr lang="ko-KR" altLang="en-US" dirty="0"/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5C7659-4A93-1C06-2EF6-5B255934FB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8BEEBC-FF76-4DF5-8C77-D7133F341D0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ADD70B-57F3-5FF6-892E-88166A5F58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D23848-443B-371C-97E1-3FE774BD83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3269E4-61E5-4FC2-8B94-08DE0ECBB2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9718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D9A8CF-933E-B843-9AE7-F093A3A18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190066-E68A-51C1-EB2A-282986170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71F665-F376-3AE6-F56A-0671A78E48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DE2DB4-7ECD-4B25-9069-89F938826B0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E2F533-EFEB-3E58-FEEB-FB43FCAC47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3CAC3D-0D69-5EBF-4A06-FAA4E062C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C5AD58-A94C-458F-A221-0122B08DF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7825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6439D24-6020-198C-5CC2-791E71DE6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082700-BE6A-3729-BCE6-14CC0011C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E82A79-76C5-A421-B37C-0749490BF7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EFF1F-2AE1-4F96-AC08-CDBE334FB617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2CB5DD-F7BC-1CB5-F3A8-42EAC53020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E36257-2F7A-FDF3-7278-07807A4CCA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4EE340-E0C6-4659-B3DA-337F18841B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9300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79B5916-9B64-EB37-87F3-684F01712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DB9FBB-79B1-345E-576A-872DAE28DB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067C3D-41CA-10AA-9640-B844561A24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FA385-3671-48F9-8670-A3DAE3B2405E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05E191-C044-6511-30C1-2697ABE7A4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FB4901-F06C-13D4-FF30-5A275B1A98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E0557D-F7D6-49DE-97FF-BD8B51E123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514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6AAB285-96DC-D424-A48F-5E26FCBBB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C621F9-A6AE-1F43-CB95-F2631E6AF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F0A045-179D-5CCB-A620-567151F853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8AC52F-64C0-40E7-A999-B6AD6346B90F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E54735-13BE-7A95-3B33-F7B6D7622A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F72C02-71B5-44BA-3BC7-E57AFB175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B3394-F0C1-4398-9616-136D4237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6360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11">
            <a:extLst>
              <a:ext uri="{FF2B5EF4-FFF2-40B4-BE49-F238E27FC236}">
                <a16:creationId xmlns:a16="http://schemas.microsoft.com/office/drawing/2014/main" id="{A1FF4EC0-37A2-EDA1-0B0C-11C4CFFC3297}"/>
              </a:ext>
            </a:extLst>
          </p:cNvPr>
          <p:cNvSpPr>
            <a:spLocks noChangeShapeType="1"/>
          </p:cNvSpPr>
          <p:nvPr/>
        </p:nvSpPr>
        <p:spPr bwMode="auto">
          <a:xfrm>
            <a:off x="1419102" y="3119998"/>
            <a:ext cx="9000000" cy="0"/>
          </a:xfrm>
          <a:prstGeom prst="line">
            <a:avLst/>
          </a:prstGeom>
          <a:noFill/>
          <a:ln w="19050" cmpd="thickThin">
            <a:solidFill>
              <a:schemeClr val="tx1">
                <a:alpha val="79999"/>
              </a:schemeClr>
            </a:solidFill>
            <a:round/>
            <a:headEnd/>
            <a:tailEnd/>
          </a:ln>
        </p:spPr>
        <p:txBody>
          <a:bodyPr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endParaRPr lang="ko-KR" altLang="en-US" dirty="0">
              <a:ea typeface="맑은 고딕" pitchFamily="50" charset="-127"/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8CD12FF3-24C0-5A11-2A1E-79A0AA9050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6333" y="2541075"/>
            <a:ext cx="8641407" cy="494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eaLnBrk="0" latinLnBrk="0" hangingPunct="0">
              <a:lnSpc>
                <a:spcPct val="150000"/>
              </a:lnSpc>
            </a:pPr>
            <a:r>
              <a:rPr lang="en-US" altLang="ko-KR" sz="2000" b="1" dirty="0"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xFusion2288H V7 Server Guide</a:t>
            </a:r>
            <a:endParaRPr lang="ko-KR" altLang="en-US" sz="2000" b="1" dirty="0">
              <a:latin typeface="맑은 고딕" pitchFamily="50" charset="-127"/>
              <a:ea typeface="맑은 고딕" pitchFamily="50" charset="-127"/>
              <a:cs typeface="Times New Roman" pitchFamily="18" charset="0"/>
            </a:endParaRP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93C1789A-12FE-1E25-4B0A-9621F7660D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8461" y="1385319"/>
            <a:ext cx="7489279" cy="4542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r" eaLnBrk="0" hangingPunct="0">
              <a:lnSpc>
                <a:spcPct val="150000"/>
              </a:lnSpc>
            </a:pPr>
            <a:r>
              <a:rPr lang="ko-KR" altLang="en-US" sz="1800" dirty="0"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안연케어 헬스케어 통합 시스템 구축</a:t>
            </a:r>
          </a:p>
        </p:txBody>
      </p:sp>
    </p:spTree>
    <p:extLst>
      <p:ext uri="{BB962C8B-B14F-4D97-AF65-F5344CB8AC3E}">
        <p14:creationId xmlns:p14="http://schemas.microsoft.com/office/powerpoint/2010/main" val="2878068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E2660C-38E6-5435-17F9-39E622E51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9234"/>
            <a:ext cx="10515600" cy="741454"/>
          </a:xfrm>
        </p:spPr>
        <p:txBody>
          <a:bodyPr/>
          <a:lstStyle/>
          <a:p>
            <a:r>
              <a:rPr lang="ko-KR" altLang="en-US" dirty="0"/>
              <a:t>목 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5E00C5-E584-C0B3-27F2-F5243412C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77180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buAutoNum type="arabicPeriod"/>
            </a:pPr>
            <a:r>
              <a:rPr lang="en-US" altLang="ko-KR" sz="1600" dirty="0"/>
              <a:t>System </a:t>
            </a:r>
            <a:r>
              <a:rPr lang="en-US" altLang="ko-KR" sz="1600" dirty="0" err="1"/>
              <a:t>Infromation</a:t>
            </a:r>
            <a:br>
              <a:rPr lang="en-US" altLang="ko-KR" dirty="0"/>
            </a:br>
            <a:r>
              <a:rPr lang="en-US" altLang="ko-KR" sz="1200" dirty="0"/>
              <a:t>1) </a:t>
            </a:r>
            <a:r>
              <a:rPr lang="en-US" altLang="ko-KR" sz="1200" dirty="0" err="1"/>
              <a:t>CPU,Memory,Chipset</a:t>
            </a:r>
            <a:r>
              <a:rPr lang="en-US" altLang="ko-KR" sz="1200" dirty="0"/>
              <a:t> Check</a:t>
            </a:r>
            <a:br>
              <a:rPr lang="en-US" altLang="ko-KR" sz="1200" dirty="0"/>
            </a:br>
            <a:r>
              <a:rPr lang="en-US" altLang="ko-KR" sz="1200" dirty="0"/>
              <a:t>2) BIOS Version Check </a:t>
            </a:r>
            <a:r>
              <a:rPr lang="ko-KR" altLang="en-US" sz="1200" dirty="0"/>
              <a:t>및 </a:t>
            </a:r>
            <a:r>
              <a:rPr lang="en-US" altLang="ko-KR" sz="1200" dirty="0"/>
              <a:t>Update </a:t>
            </a:r>
          </a:p>
          <a:p>
            <a:pPr marL="514350" indent="-514350">
              <a:lnSpc>
                <a:spcPct val="100000"/>
              </a:lnSpc>
              <a:buAutoNum type="arabicPeriod"/>
            </a:pPr>
            <a:r>
              <a:rPr lang="en-US" altLang="ko-KR" sz="1600" dirty="0"/>
              <a:t>Key Parameters</a:t>
            </a:r>
            <a:br>
              <a:rPr lang="en-US" altLang="ko-KR" sz="2000" dirty="0"/>
            </a:br>
            <a:r>
              <a:rPr lang="en-US" altLang="ko-KR" sz="1200" dirty="0"/>
              <a:t>1) Processor Configuration </a:t>
            </a:r>
            <a:br>
              <a:rPr lang="en-US" altLang="ko-KR" sz="1200" dirty="0"/>
            </a:br>
            <a:r>
              <a:rPr lang="en-US" altLang="ko-KR" sz="1200" dirty="0"/>
              <a:t>2) Memory Configuration </a:t>
            </a:r>
            <a:br>
              <a:rPr lang="en-US" altLang="ko-KR" sz="1200" dirty="0"/>
            </a:br>
            <a:r>
              <a:rPr lang="en-US" altLang="ko-KR" sz="1200" dirty="0"/>
              <a:t>3) PCIe/IO Settings</a:t>
            </a:r>
            <a:br>
              <a:rPr lang="en-US" altLang="ko-KR" sz="1200" dirty="0"/>
            </a:br>
            <a:r>
              <a:rPr lang="en-US" altLang="ko-KR" sz="1200" dirty="0"/>
              <a:t>4) Power Management</a:t>
            </a:r>
            <a:br>
              <a:rPr lang="en-US" altLang="ko-KR" sz="1200" dirty="0"/>
            </a:br>
            <a:r>
              <a:rPr lang="en-US" altLang="ko-KR" sz="1200" dirty="0"/>
              <a:t>5) Security Features </a:t>
            </a:r>
          </a:p>
          <a:p>
            <a:pPr marL="514350" indent="-514350">
              <a:lnSpc>
                <a:spcPct val="100000"/>
              </a:lnSpc>
              <a:buAutoNum type="arabicPeriod"/>
            </a:pPr>
            <a:r>
              <a:rPr lang="en-US" altLang="ko-KR" sz="1600" dirty="0"/>
              <a:t>Raid Configuration</a:t>
            </a:r>
            <a:br>
              <a:rPr lang="en-US" altLang="ko-KR" sz="1500" dirty="0"/>
            </a:br>
            <a:r>
              <a:rPr lang="en-US" altLang="ko-KR" sz="1200" dirty="0"/>
              <a:t>1) Hard Disk Check</a:t>
            </a:r>
            <a:br>
              <a:rPr lang="en-US" altLang="ko-KR" sz="1200" dirty="0"/>
            </a:br>
            <a:r>
              <a:rPr lang="en-US" altLang="ko-KR" sz="1200" dirty="0"/>
              <a:t>2) Raid Configuration</a:t>
            </a:r>
          </a:p>
          <a:p>
            <a:pPr marL="514350" indent="-514350">
              <a:lnSpc>
                <a:spcPct val="100000"/>
              </a:lnSpc>
              <a:buAutoNum type="arabicPeriod"/>
            </a:pPr>
            <a:r>
              <a:rPr lang="en-US" altLang="ko-KR" sz="1600" dirty="0"/>
              <a:t>Management Features</a:t>
            </a:r>
            <a:br>
              <a:rPr lang="en-US" altLang="ko-KR" sz="2000" dirty="0"/>
            </a:br>
            <a:r>
              <a:rPr lang="en-US" altLang="ko-KR" sz="1200" dirty="0"/>
              <a:t>1) BMC Set</a:t>
            </a:r>
            <a:br>
              <a:rPr lang="en-US" altLang="ko-KR" sz="1200" dirty="0"/>
            </a:br>
            <a:r>
              <a:rPr lang="en-US" altLang="ko-KR" sz="1200" dirty="0"/>
              <a:t>2) Remote BIOS Update</a:t>
            </a:r>
            <a:endParaRPr lang="en-US" altLang="ko-KR" sz="1600" dirty="0"/>
          </a:p>
          <a:p>
            <a:pPr marL="514350" indent="-514350">
              <a:lnSpc>
                <a:spcPct val="100000"/>
              </a:lnSpc>
              <a:buAutoNum type="arabicPeriod"/>
            </a:pPr>
            <a:r>
              <a:rPr lang="en-US" altLang="ko-KR" sz="1600" dirty="0" err="1"/>
              <a:t>Troublehooting</a:t>
            </a:r>
            <a:br>
              <a:rPr lang="en-US" altLang="ko-KR" sz="2000" dirty="0"/>
            </a:br>
            <a:r>
              <a:rPr lang="en-US" altLang="ko-KR" sz="1200" dirty="0"/>
              <a:t>1) BIOS Clear</a:t>
            </a:r>
            <a:br>
              <a:rPr lang="en-US" altLang="ko-KR" sz="1200" dirty="0"/>
            </a:br>
            <a:r>
              <a:rPr lang="en-US" altLang="ko-KR" sz="1200" dirty="0"/>
              <a:t>2) Event Logging</a:t>
            </a:r>
          </a:p>
          <a:p>
            <a:pPr marL="514350" indent="-514350">
              <a:buAutoNum type="arabicPeriod"/>
            </a:pPr>
            <a:endParaRPr lang="ko-KR" altLang="en-US" dirty="0"/>
          </a:p>
        </p:txBody>
      </p:sp>
      <p:pic>
        <p:nvPicPr>
          <p:cNvPr id="7" name="그림 6" descr="전자제품, 서버, 기계, 컴퓨터 구성 요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D58AA8-2F59-AA4C-511B-98D78811E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5216" y="1825624"/>
            <a:ext cx="6458851" cy="1294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531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55E04C2-CFB1-37A4-99C9-21F79C67F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Information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304AC92-0E64-EB8C-52E9-F29714239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043DBB7-1282-32DB-0865-840EC14AE6C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altLang="ko-KR" dirty="0">
                <a:solidFill>
                  <a:srgbClr val="FF0000"/>
                </a:solidFill>
              </a:rPr>
              <a:t>CPU Check </a:t>
            </a:r>
          </a:p>
          <a:p>
            <a:pPr marL="342900" indent="-342900">
              <a:buAutoNum type="arabicPeriod"/>
            </a:pPr>
            <a:r>
              <a:rPr lang="en-US" altLang="ko-KR" dirty="0"/>
              <a:t>Memory Check </a:t>
            </a:r>
          </a:p>
          <a:p>
            <a:pPr marL="342900" indent="-342900">
              <a:buAutoNum type="arabicPeriod"/>
            </a:pPr>
            <a:r>
              <a:rPr lang="en-US" altLang="ko-KR" dirty="0"/>
              <a:t>Chipset Check</a:t>
            </a:r>
          </a:p>
          <a:p>
            <a:pPr marL="342900" indent="-342900">
              <a:buAutoNum type="arabicPeriod"/>
            </a:pPr>
            <a:r>
              <a:rPr lang="en-US" altLang="ko-KR" dirty="0"/>
              <a:t>BIOS Version Check</a:t>
            </a:r>
          </a:p>
          <a:p>
            <a:pPr marL="342900" indent="-342900">
              <a:buAutoNum type="arabicPeriod"/>
            </a:pPr>
            <a:r>
              <a:rPr lang="en-US" altLang="ko-KR" dirty="0"/>
              <a:t>BIOS Update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6866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4B1BF-DF7D-8C2B-9EA1-72C99DB80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F6D5262-6DF0-2DA9-4B39-62BA2CC62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Information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08E580C-CD9C-2716-4395-5C187A5CA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449A4B6-B8AE-D619-5839-B460067488F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altLang="ko-KR" dirty="0"/>
              <a:t>CPU Check </a:t>
            </a:r>
          </a:p>
          <a:p>
            <a:pPr marL="342900" indent="-342900">
              <a:buAutoNum type="arabicPeriod"/>
            </a:pPr>
            <a:r>
              <a:rPr lang="en-US" altLang="ko-KR" dirty="0">
                <a:solidFill>
                  <a:srgbClr val="FF0000"/>
                </a:solidFill>
              </a:rPr>
              <a:t>Memory Check </a:t>
            </a:r>
          </a:p>
          <a:p>
            <a:pPr marL="342900" indent="-342900">
              <a:buAutoNum type="arabicPeriod"/>
            </a:pPr>
            <a:r>
              <a:rPr lang="en-US" altLang="ko-KR" dirty="0"/>
              <a:t>Chipset Check</a:t>
            </a:r>
          </a:p>
          <a:p>
            <a:pPr marL="342900" indent="-342900">
              <a:buAutoNum type="arabicPeriod"/>
            </a:pPr>
            <a:r>
              <a:rPr lang="en-US" altLang="ko-KR" dirty="0"/>
              <a:t>BIOS Version Check</a:t>
            </a:r>
          </a:p>
          <a:p>
            <a:pPr marL="342900" indent="-342900">
              <a:buAutoNum type="arabicPeriod"/>
            </a:pPr>
            <a:r>
              <a:rPr lang="en-US" altLang="ko-KR" dirty="0"/>
              <a:t>BIOS Update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4763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A2F9E-3C48-E728-DF37-124791302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5F4AD34-DF11-9A09-5ECD-5633317B1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Information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C2D76DF-C51B-FBB5-CE3F-2BE2FD9DA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8854EB9-20C0-3E76-9591-4C65B99D390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altLang="ko-KR" dirty="0"/>
              <a:t>CPU Check </a:t>
            </a:r>
          </a:p>
          <a:p>
            <a:pPr marL="342900" indent="-342900">
              <a:buAutoNum type="arabicPeriod"/>
            </a:pPr>
            <a:r>
              <a:rPr lang="en-US" altLang="ko-KR" dirty="0"/>
              <a:t>Memory Check </a:t>
            </a:r>
          </a:p>
          <a:p>
            <a:pPr marL="342900" indent="-342900">
              <a:buAutoNum type="arabicPeriod"/>
            </a:pPr>
            <a:r>
              <a:rPr lang="en-US" altLang="ko-KR" dirty="0">
                <a:solidFill>
                  <a:srgbClr val="FF0000"/>
                </a:solidFill>
              </a:rPr>
              <a:t>Chipset Check</a:t>
            </a:r>
          </a:p>
          <a:p>
            <a:pPr marL="342900" indent="-342900">
              <a:buAutoNum type="arabicPeriod"/>
            </a:pPr>
            <a:r>
              <a:rPr lang="en-US" altLang="ko-KR" dirty="0"/>
              <a:t>BIOS Version Check</a:t>
            </a:r>
          </a:p>
          <a:p>
            <a:pPr marL="342900" indent="-342900">
              <a:buAutoNum type="arabicPeriod"/>
            </a:pPr>
            <a:r>
              <a:rPr lang="en-US" altLang="ko-KR" dirty="0"/>
              <a:t>BIOS Update</a:t>
            </a:r>
          </a:p>
          <a:p>
            <a:pPr marL="342900" indent="-342900">
              <a:buAutoNum type="arabicPeriod"/>
            </a:pPr>
            <a:endParaRPr lang="en-US" altLang="ko-KR" dirty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835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DFA19-E52F-0BF8-160E-87B1EAAB3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0D88E16-42A1-8C6C-EE67-A568C2267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Information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37ADC41-C8E9-F377-AEB7-865E0AA48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BBBAD88-E4BB-F19E-3067-8D5E27C1490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altLang="ko-KR" dirty="0"/>
              <a:t>CPU Check </a:t>
            </a:r>
          </a:p>
          <a:p>
            <a:pPr marL="342900" indent="-342900">
              <a:buAutoNum type="arabicPeriod"/>
            </a:pPr>
            <a:r>
              <a:rPr lang="en-US" altLang="ko-KR" dirty="0"/>
              <a:t>Memory Check </a:t>
            </a:r>
          </a:p>
          <a:p>
            <a:pPr marL="342900" indent="-342900">
              <a:buAutoNum type="arabicPeriod"/>
            </a:pPr>
            <a:r>
              <a:rPr lang="en-US" altLang="ko-KR" dirty="0"/>
              <a:t>Chipset Check</a:t>
            </a:r>
          </a:p>
          <a:p>
            <a:pPr marL="342900" indent="-342900">
              <a:buAutoNum type="arabicPeriod"/>
            </a:pPr>
            <a:r>
              <a:rPr lang="en-US" altLang="ko-KR" dirty="0">
                <a:solidFill>
                  <a:srgbClr val="FF0000"/>
                </a:solidFill>
              </a:rPr>
              <a:t>BIOS Version Check</a:t>
            </a:r>
          </a:p>
          <a:p>
            <a:pPr marL="342900" indent="-342900">
              <a:buAutoNum type="arabicPeriod"/>
            </a:pPr>
            <a:r>
              <a:rPr lang="en-US" altLang="ko-KR" dirty="0"/>
              <a:t>BIOS Update </a:t>
            </a:r>
          </a:p>
          <a:p>
            <a:pPr marL="342900" indent="-342900">
              <a:buAutoNum type="arabicPeriod"/>
            </a:pPr>
            <a:endParaRPr lang="en-US" altLang="ko-KR" dirty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7862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3C0BD-24C9-D38A-6E31-D74E67814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C78C43A-471B-36DF-CC18-F9E2D947A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Information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05838DF-23C3-246B-F74A-5D46E2AF4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4702E1C-72C9-7DFC-BFA4-6D0BAD73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altLang="ko-KR" dirty="0"/>
              <a:t>CPU Check </a:t>
            </a:r>
          </a:p>
          <a:p>
            <a:pPr marL="342900" indent="-342900">
              <a:buAutoNum type="arabicPeriod"/>
            </a:pPr>
            <a:r>
              <a:rPr lang="en-US" altLang="ko-KR" dirty="0"/>
              <a:t>Memory Check </a:t>
            </a:r>
          </a:p>
          <a:p>
            <a:pPr marL="342900" indent="-342900">
              <a:buAutoNum type="arabicPeriod"/>
            </a:pPr>
            <a:r>
              <a:rPr lang="en-US" altLang="ko-KR" dirty="0"/>
              <a:t>Chipset Check</a:t>
            </a:r>
          </a:p>
          <a:p>
            <a:pPr marL="342900" indent="-342900">
              <a:buAutoNum type="arabicPeriod"/>
            </a:pPr>
            <a:r>
              <a:rPr lang="en-US" altLang="ko-KR" dirty="0"/>
              <a:t>BIOS Version Check</a:t>
            </a:r>
          </a:p>
          <a:p>
            <a:pPr marL="342900" indent="-342900">
              <a:buAutoNum type="arabicPeriod"/>
            </a:pPr>
            <a:r>
              <a:rPr lang="en-US" altLang="ko-KR" dirty="0">
                <a:solidFill>
                  <a:srgbClr val="FF0000"/>
                </a:solidFill>
              </a:rPr>
              <a:t>BIOS Update</a:t>
            </a:r>
          </a:p>
          <a:p>
            <a:pPr marL="342900" indent="-342900">
              <a:buAutoNum type="arabicPeriod"/>
            </a:pPr>
            <a:endParaRPr lang="en-US" altLang="ko-KR" dirty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1286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2CEFE-D0C7-3C16-B9F6-20914EF57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Key Parameters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85B932-D3C3-25CB-FA69-39C070BAC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7822FA4-C720-3D27-4D39-AE020018A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altLang="ko-KR" dirty="0">
                <a:solidFill>
                  <a:srgbClr val="FF0000"/>
                </a:solidFill>
              </a:rPr>
              <a:t>Processor Configuration</a:t>
            </a:r>
          </a:p>
          <a:p>
            <a:pPr marL="342900" indent="-342900">
              <a:buAutoNum type="arabicPeriod"/>
            </a:pPr>
            <a:r>
              <a:rPr lang="en-US" altLang="ko-KR" dirty="0"/>
              <a:t>Memory Configuration</a:t>
            </a:r>
          </a:p>
          <a:p>
            <a:pPr marL="342900" indent="-342900">
              <a:buAutoNum type="arabicPeriod"/>
            </a:pPr>
            <a:r>
              <a:rPr lang="en-US" altLang="ko-KR" dirty="0"/>
              <a:t>PCIe/IO Settings</a:t>
            </a:r>
          </a:p>
          <a:p>
            <a:pPr marL="342900" indent="-342900">
              <a:buAutoNum type="arabicPeriod"/>
            </a:pPr>
            <a:r>
              <a:rPr lang="en-US" altLang="ko-KR" dirty="0"/>
              <a:t>Power Management</a:t>
            </a:r>
          </a:p>
          <a:p>
            <a:pPr marL="342900" indent="-342900">
              <a:buAutoNum type="arabicPeriod"/>
            </a:pPr>
            <a:r>
              <a:rPr lang="en-US" altLang="ko-KR" dirty="0"/>
              <a:t>Security Features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42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D9490-A9B9-42E9-ED64-26D3EE95C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9C06FC-70C2-0106-4FC1-230748012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Key Parameters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368AD8-C085-D0D0-E37D-BF5BA83B3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9874B69-356B-6F12-34D2-DA09454792E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altLang="ko-KR" dirty="0"/>
              <a:t>Processor Configuration</a:t>
            </a:r>
          </a:p>
          <a:p>
            <a:pPr marL="342900" indent="-342900">
              <a:buAutoNum type="arabicPeriod"/>
            </a:pPr>
            <a:r>
              <a:rPr lang="en-US" altLang="ko-KR" dirty="0">
                <a:solidFill>
                  <a:srgbClr val="FF0000"/>
                </a:solidFill>
              </a:rPr>
              <a:t>Memory Configuration</a:t>
            </a:r>
          </a:p>
          <a:p>
            <a:pPr marL="342900" indent="-342900">
              <a:buAutoNum type="arabicPeriod"/>
            </a:pPr>
            <a:r>
              <a:rPr lang="en-US" altLang="ko-KR" dirty="0"/>
              <a:t>PCIe/IO Settings</a:t>
            </a:r>
          </a:p>
          <a:p>
            <a:pPr marL="342900" indent="-342900">
              <a:buAutoNum type="arabicPeriod"/>
            </a:pPr>
            <a:r>
              <a:rPr lang="en-US" altLang="ko-KR" dirty="0"/>
              <a:t>Power Management</a:t>
            </a:r>
          </a:p>
          <a:p>
            <a:pPr marL="342900" indent="-342900">
              <a:buAutoNum type="arabicPeriod"/>
            </a:pPr>
            <a:r>
              <a:rPr lang="en-US" altLang="ko-KR" dirty="0"/>
              <a:t>Security Features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94979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1558B-3442-489F-B27A-C47D18FB1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F0D6C8-259E-9CAD-B472-4271236A0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Key Parameters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EF5C12-930B-691E-EEC3-D421FEC29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384B50-E9E8-B832-CD52-3DEBD9DE12F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altLang="ko-KR" dirty="0"/>
              <a:t>Processor Configuration</a:t>
            </a:r>
          </a:p>
          <a:p>
            <a:pPr marL="342900" indent="-342900">
              <a:buAutoNum type="arabicPeriod"/>
            </a:pPr>
            <a:r>
              <a:rPr lang="en-US" altLang="ko-KR" dirty="0"/>
              <a:t>Memory Configuration</a:t>
            </a:r>
          </a:p>
          <a:p>
            <a:pPr marL="342900" indent="-342900">
              <a:buAutoNum type="arabicPeriod"/>
            </a:pPr>
            <a:r>
              <a:rPr lang="en-US" altLang="ko-KR" dirty="0">
                <a:solidFill>
                  <a:srgbClr val="FF0000"/>
                </a:solidFill>
              </a:rPr>
              <a:t>PCIe/IO Settings</a:t>
            </a:r>
          </a:p>
          <a:p>
            <a:pPr marL="342900" indent="-342900">
              <a:buAutoNum type="arabicPeriod"/>
            </a:pPr>
            <a:r>
              <a:rPr lang="en-US" altLang="ko-KR" dirty="0"/>
              <a:t>Power Management</a:t>
            </a:r>
          </a:p>
          <a:p>
            <a:pPr marL="342900" indent="-342900">
              <a:buAutoNum type="arabicPeriod"/>
            </a:pPr>
            <a:r>
              <a:rPr lang="en-US" altLang="ko-KR" dirty="0"/>
              <a:t>Security Features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6867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68668-B7F2-321C-4FFA-0004CBA22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FBCDD8-A058-3BA6-4D52-3099119E6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Key Parameters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6AB21D-CCD1-7975-244E-053672F59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93F6340-A852-5E38-DFCB-2DC7C464DD8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altLang="ko-KR" dirty="0"/>
              <a:t>Processor Configuration</a:t>
            </a:r>
          </a:p>
          <a:p>
            <a:pPr marL="342900" indent="-342900">
              <a:buAutoNum type="arabicPeriod"/>
            </a:pPr>
            <a:r>
              <a:rPr lang="en-US" altLang="ko-KR" dirty="0"/>
              <a:t>Memory Configuration</a:t>
            </a:r>
          </a:p>
          <a:p>
            <a:pPr marL="342900" indent="-342900">
              <a:buAutoNum type="arabicPeriod"/>
            </a:pPr>
            <a:r>
              <a:rPr lang="en-US" altLang="ko-KR" dirty="0"/>
              <a:t>PCIe/IO Settings</a:t>
            </a:r>
          </a:p>
          <a:p>
            <a:pPr marL="342900" indent="-342900">
              <a:buAutoNum type="arabicPeriod"/>
            </a:pPr>
            <a:r>
              <a:rPr lang="en-US" altLang="ko-KR" dirty="0">
                <a:solidFill>
                  <a:srgbClr val="FF0000"/>
                </a:solidFill>
              </a:rPr>
              <a:t>Power Management</a:t>
            </a:r>
          </a:p>
          <a:p>
            <a:pPr marL="342900" indent="-342900">
              <a:buAutoNum type="arabicPeriod"/>
            </a:pPr>
            <a:r>
              <a:rPr lang="en-US" altLang="ko-KR" dirty="0"/>
              <a:t>Security Features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63764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7E722-C016-2316-2EAE-C14A006FF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1F0002-4209-2E77-327A-7E249821C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Key Parameters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CF69BE-B28D-A109-3689-1B4758C5F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4C575C-1C16-FE81-EEC3-3AF594A4274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altLang="ko-KR" dirty="0"/>
              <a:t>Processor Configuration</a:t>
            </a:r>
          </a:p>
          <a:p>
            <a:pPr marL="342900" indent="-342900">
              <a:buAutoNum type="arabicPeriod"/>
            </a:pPr>
            <a:r>
              <a:rPr lang="en-US" altLang="ko-KR" dirty="0"/>
              <a:t>Memory Configuration</a:t>
            </a:r>
          </a:p>
          <a:p>
            <a:pPr marL="342900" indent="-342900">
              <a:buAutoNum type="arabicPeriod"/>
            </a:pPr>
            <a:r>
              <a:rPr lang="en-US" altLang="ko-KR" dirty="0"/>
              <a:t>PCIe/IO Settings</a:t>
            </a:r>
          </a:p>
          <a:p>
            <a:pPr marL="342900" indent="-342900">
              <a:buAutoNum type="arabicPeriod"/>
            </a:pPr>
            <a:r>
              <a:rPr lang="en-US" altLang="ko-KR" dirty="0"/>
              <a:t>Power Management</a:t>
            </a:r>
          </a:p>
          <a:p>
            <a:pPr marL="342900" indent="-342900">
              <a:buAutoNum type="arabicPeriod"/>
            </a:pPr>
            <a:r>
              <a:rPr lang="en-US" altLang="ko-KR" dirty="0">
                <a:solidFill>
                  <a:srgbClr val="FF0000"/>
                </a:solidFill>
              </a:rPr>
              <a:t>Security Features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484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4D0AE-9D31-8A2F-78A6-0413F15AC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840214-6B3E-37D7-3D50-58DDA106E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Raid Configuration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66369A-08E1-B8A1-091A-04B537559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414C7E-EC6C-B132-04DA-A99136DD2B5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altLang="ko-KR" dirty="0">
                <a:solidFill>
                  <a:srgbClr val="FF0000"/>
                </a:solidFill>
              </a:rPr>
              <a:t>Hard Disk Check</a:t>
            </a:r>
          </a:p>
          <a:p>
            <a:pPr marL="342900" indent="-342900">
              <a:buAutoNum type="arabicPeriod"/>
            </a:pPr>
            <a:r>
              <a:rPr lang="en-US" altLang="ko-KR" dirty="0"/>
              <a:t>Raid Configuration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4848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095BF-7F73-4A34-B00A-ACCFA955B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33CC35-0BEE-EB02-BFE8-92521FEF3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Raid Configuration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A23E68-C552-5C66-D3FB-3FEB02178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B291584-3A77-3143-7BD9-CED0D6E2D4B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altLang="ko-KR" dirty="0"/>
              <a:t>Hard Disk Check</a:t>
            </a:r>
          </a:p>
          <a:p>
            <a:pPr marL="342900" indent="-342900">
              <a:buAutoNum type="arabicPeriod"/>
            </a:pPr>
            <a:r>
              <a:rPr lang="en-US" altLang="ko-KR" dirty="0">
                <a:solidFill>
                  <a:srgbClr val="FF0000"/>
                </a:solidFill>
              </a:rPr>
              <a:t>Raid Configuration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397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B5E23-5F17-75F0-FDF7-9750D501F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C7394A-0E96-4810-D265-358200CD5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Management Features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AB5DEC-7894-B058-9867-F2F4761BA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3C24FAF-B965-0173-1E10-03642634067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altLang="ko-KR" dirty="0">
                <a:solidFill>
                  <a:srgbClr val="FF0000"/>
                </a:solidFill>
              </a:rPr>
              <a:t>BMC Set</a:t>
            </a:r>
          </a:p>
          <a:p>
            <a:pPr marL="342900" indent="-342900">
              <a:buAutoNum type="arabicPeriod"/>
            </a:pPr>
            <a:r>
              <a:rPr lang="en-US" altLang="ko-KR" dirty="0"/>
              <a:t>Remote BIOS Update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6879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29C3D-1BE9-D1F0-6546-8B7D60EF9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DD9D2D-D15D-FAB4-39E2-07F523291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Management Features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7DB5DE-4448-2AE6-F3FC-F7345E86D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9CF1C0-A595-928E-34F2-CE8B3E21FAF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altLang="ko-KR" dirty="0"/>
              <a:t>BMC Set</a:t>
            </a:r>
          </a:p>
          <a:p>
            <a:pPr marL="342900" indent="-342900">
              <a:buAutoNum type="arabicPeriod"/>
            </a:pPr>
            <a:r>
              <a:rPr lang="en-US" altLang="ko-KR" dirty="0">
                <a:solidFill>
                  <a:srgbClr val="FF0000"/>
                </a:solidFill>
              </a:rPr>
              <a:t>Remote BIOS Update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48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3AA03-9A47-8CCA-52D6-163CEBF14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A71E05-E7EA-15A0-A681-35F677333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Trouble Shooting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154300-8B94-7A96-214C-214D79F75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E746841-0A3F-E33E-B7B5-76B84BC2FB5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altLang="ko-KR" dirty="0">
                <a:solidFill>
                  <a:srgbClr val="FF0000"/>
                </a:solidFill>
              </a:rPr>
              <a:t>BIOS Clear</a:t>
            </a:r>
          </a:p>
          <a:p>
            <a:pPr marL="342900" indent="-342900">
              <a:buAutoNum type="arabicPeriod"/>
            </a:pPr>
            <a:r>
              <a:rPr lang="en-US" altLang="ko-KR" dirty="0"/>
              <a:t>Event Logging</a:t>
            </a:r>
          </a:p>
          <a:p>
            <a:pPr marL="342900" indent="-342900">
              <a:buAutoNum type="arabicPeriod"/>
            </a:pPr>
            <a:r>
              <a:rPr lang="en-US" altLang="ko-KR" dirty="0"/>
              <a:t>Firmware Update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94257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FF6F5-758E-0B4A-6C2C-13C264286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F27C3B-461A-EA0F-468F-35FEF55AD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Trouble Shooting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6D84E6-7420-45EB-8FA1-CA3E31586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C0E893-5363-58F6-0540-99004226283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altLang="ko-KR" dirty="0"/>
              <a:t>BIOS Clear</a:t>
            </a:r>
          </a:p>
          <a:p>
            <a:pPr marL="342900" indent="-342900">
              <a:buAutoNum type="arabicPeriod"/>
            </a:pPr>
            <a:r>
              <a:rPr lang="en-US" altLang="ko-KR" dirty="0">
                <a:solidFill>
                  <a:srgbClr val="FF0000"/>
                </a:solidFill>
              </a:rPr>
              <a:t>Event Logging</a:t>
            </a:r>
          </a:p>
          <a:p>
            <a:pPr marL="342900" indent="-342900">
              <a:buAutoNum type="arabicPeriod"/>
            </a:pPr>
            <a:r>
              <a:rPr lang="en-US" altLang="ko-KR" dirty="0"/>
              <a:t>Firmware Update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26738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EC8BD-C463-2BBF-4F4F-2C205D82C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0E3E33-2B8A-CC70-3D99-9FAFE6C8E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Trouble Shooting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982F8D-9B6A-824B-DB0A-AC21DF278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5FAF224-1A83-B890-A6E3-4C0544EAD98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altLang="ko-KR" dirty="0"/>
              <a:t>BIOS Clear</a:t>
            </a:r>
          </a:p>
          <a:p>
            <a:pPr marL="342900" indent="-342900">
              <a:buAutoNum type="arabicPeriod"/>
            </a:pPr>
            <a:r>
              <a:rPr lang="en-US" altLang="ko-KR" dirty="0"/>
              <a:t>Event Logging</a:t>
            </a:r>
          </a:p>
          <a:p>
            <a:pPr marL="342900" indent="-342900">
              <a:buAutoNum type="arabicPeriod"/>
            </a:pPr>
            <a:r>
              <a:rPr lang="en-US" altLang="ko-KR" dirty="0">
                <a:solidFill>
                  <a:srgbClr val="FF0000"/>
                </a:solidFill>
              </a:rPr>
              <a:t>Firmware Update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644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712</TotalTime>
  <Words>292</Words>
  <Application>Microsoft Office PowerPoint</Application>
  <PresentationFormat>와이드스크린</PresentationFormat>
  <Paragraphs>101</Paragraphs>
  <Slides>19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9</vt:i4>
      </vt:variant>
      <vt:variant>
        <vt:lpstr>슬라이드 제목</vt:lpstr>
      </vt:variant>
      <vt:variant>
        <vt:i4>19</vt:i4>
      </vt:variant>
    </vt:vector>
  </HeadingPairs>
  <TitlesOfParts>
    <vt:vector size="30" baseType="lpstr">
      <vt:lpstr>맑은 고딕</vt:lpstr>
      <vt:lpstr>Arial</vt:lpstr>
      <vt:lpstr>Office 테마</vt:lpstr>
      <vt:lpstr>6_디자인 사용자 지정</vt:lpstr>
      <vt:lpstr>5_디자인 사용자 지정</vt:lpstr>
      <vt:lpstr>4_디자인 사용자 지정</vt:lpstr>
      <vt:lpstr>1_Office 테마</vt:lpstr>
      <vt:lpstr>2_디자인 사용자 지정</vt:lpstr>
      <vt:lpstr>3_디자인 사용자 지정</vt:lpstr>
      <vt:lpstr>1_디자인 사용자 지정</vt:lpstr>
      <vt:lpstr>디자인 사용자 지정</vt:lpstr>
      <vt:lpstr>PowerPoint 프레젠테이션</vt:lpstr>
      <vt:lpstr>목 차</vt:lpstr>
      <vt:lpstr>System Information</vt:lpstr>
      <vt:lpstr>System Information</vt:lpstr>
      <vt:lpstr>System Information</vt:lpstr>
      <vt:lpstr>System Information</vt:lpstr>
      <vt:lpstr>System Information</vt:lpstr>
      <vt:lpstr>Key Parameters </vt:lpstr>
      <vt:lpstr>Key Parameters </vt:lpstr>
      <vt:lpstr>Key Parameters </vt:lpstr>
      <vt:lpstr>Key Parameters </vt:lpstr>
      <vt:lpstr>Key Parameters </vt:lpstr>
      <vt:lpstr>Raid Configuration</vt:lpstr>
      <vt:lpstr>Raid Configuration</vt:lpstr>
      <vt:lpstr>Management Features</vt:lpstr>
      <vt:lpstr>Management Features</vt:lpstr>
      <vt:lpstr>Trouble Shooting </vt:lpstr>
      <vt:lpstr>Trouble Shooting </vt:lpstr>
      <vt:lpstr>Trouble Shooting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동찬 서</dc:creator>
  <cp:lastModifiedBy>동찬 서</cp:lastModifiedBy>
  <cp:revision>323</cp:revision>
  <dcterms:created xsi:type="dcterms:W3CDTF">2025-11-03T15:48:20Z</dcterms:created>
  <dcterms:modified xsi:type="dcterms:W3CDTF">2025-12-01T08:32:03Z</dcterms:modified>
</cp:coreProperties>
</file>